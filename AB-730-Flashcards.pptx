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45FE65-3765-4295-A121-B3AD8F0C8DEA}" v="1" dt="2026-04-21T00:38:44.2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1603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ableStyles" Target="tableStyle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viewProps" Target="viewProps.xml"/><Relationship Id="rId9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microsoft.com/office/2015/10/relationships/revisionInfo" Target="revisionInfo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Rea" userId="d8639818-8097-4ceb-a926-1c095acca351" providerId="ADAL" clId="{0FCD4BB8-3B4B-4ACD-9B0D-ECB696CB557E}"/>
    <pc:docChg chg="modSld">
      <pc:chgData name="John Rea" userId="d8639818-8097-4ceb-a926-1c095acca351" providerId="ADAL" clId="{0FCD4BB8-3B4B-4ACD-9B0D-ECB696CB557E}" dt="2026-04-21T00:38:44.281" v="0"/>
      <pc:docMkLst>
        <pc:docMk/>
      </pc:docMkLst>
      <pc:sldChg chg="modSp">
        <pc:chgData name="John Rea" userId="d8639818-8097-4ceb-a926-1c095acca351" providerId="ADAL" clId="{0FCD4BB8-3B4B-4ACD-9B0D-ECB696CB557E}" dt="2026-04-21T00:38:44.281" v="0"/>
        <pc:sldMkLst>
          <pc:docMk/>
          <pc:sldMk cId="0" sldId="256"/>
        </pc:sldMkLst>
        <pc:spChg chg="mod">
          <ac:chgData name="John Rea" userId="d8639818-8097-4ceb-a926-1c095acca351" providerId="ADAL" clId="{0FCD4BB8-3B4B-4ACD-9B0D-ECB696CB557E}" dt="2026-04-21T00:38:44.281" v="0"/>
          <ac:spMkLst>
            <pc:docMk/>
            <pc:sldMk cId="0" sldId="256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5957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15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</a:rPr>
              <a:t>AB-730 Flashcards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286000" cy="36576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50E6FF"/>
                </a:solidFill>
              </a:rPr>
              <a:t>AI Business Professional Exam Prep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BDE0"/>
                </a:solidFill>
              </a:rPr>
              <a:t>40 Flashcards  •  3 Domains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BDD8"/>
                </a:solidFill>
              </a:rPr>
              <a:t>Devin Jaiswal  |  Microsoft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7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9144000" cy="731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731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383280" y="1371600"/>
            <a:ext cx="237744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383280" y="1371600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78D4"/>
                </a:solidFill>
              </a:rPr>
              <a:t>DOMAIN 1  •  Q01 – Q12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Understand Generative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AI Fundamentals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0E8FF"/>
                </a:solidFill>
              </a:rPr>
              <a:t>25–30% of exam  •  12 flashcards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Q01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70"/>
                </a:solidFill>
              </a:rPr>
              <a:t>QUESTION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is generative AI?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A01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</a:rPr>
              <a:t>ANSWER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2050"/>
                </a:solidFill>
              </a:rPr>
              <a:t>AI that produces new content — text, images, summaries, code — from a prompt, rather than simply retrieving existing information.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Q02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70"/>
                </a:solidFill>
              </a:rPr>
              <a:t>QUESTION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is Microsoft 365 Copilot?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A02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</a:rPr>
              <a:t>ANSWER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2050"/>
                </a:solidFill>
              </a:rPr>
              <a:t>Microsoft's AI assistant embedded across M365 apps (Word, Excel, PowerPoint, Outlook, Teams). It uses large language models grounded in your work data via Microsoft Graph.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Q03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70"/>
                </a:solidFill>
              </a:rPr>
              <a:t>QUESTION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How does Copilot keep your organization's data private?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A03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</a:rPr>
              <a:t>ANSWER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2050"/>
                </a:solidFill>
              </a:rPr>
              <a:t>Prompts and responses stay in your M365 tenant, are NOT used to train foundation models, and respect existing file permissions, sensitivity labels, and DLP policies.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Q04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70"/>
                </a:solidFill>
              </a:rPr>
              <a:t>QUESTION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Name the three types of context that shape a Copilot response.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A04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</a:rPr>
              <a:t>ANSWER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2050"/>
                </a:solidFill>
              </a:rPr>
              <a:t>1. Work files (accessed via Microsoft Graph)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02050"/>
                </a:solidFill>
              </a:rPr>
              <a:t>2. Web data (public web, when enabled)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02050"/>
                </a:solidFill>
              </a:rPr>
              <a:t>3. Host app (the document, spreadsheet, or meeting you're in)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Q05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70"/>
                </a:solidFill>
              </a:rPr>
              <a:t>QUESTION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is the difference between a Copilot chat experience and an agent experience?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A05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</a:rPr>
              <a:t>ANSWER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2050"/>
                </a:solidFill>
              </a:rPr>
              <a:t>Chat = general-purpose, ad-hoc Q&amp;A using broad context.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02050"/>
                </a:solidFill>
              </a:rPr>
              <a:t>Agent = purpose-built for a specific scenario, scoped to curated knowledge sources with custom instructions.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Q06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70"/>
                </a:solidFill>
              </a:rPr>
              <a:t>QUESTION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When is creating your own agent a better choice than using Copilot Chat?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A06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</a:rPr>
              <a:t>ANSWER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2050"/>
                </a:solidFill>
              </a:rPr>
              <a:t>When you have a repeatable task with stable reference material (e.g., HR policy Q&amp;A), need consistent answers across users, and want to scope responses to specific sources.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Q07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70"/>
                </a:solidFill>
              </a:rPr>
              <a:t>QUESTION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are fabrications (hallucinations) in generative AI?</a:t>
            </a:r>
            <a:endParaRPr lang="en-US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A07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</a:rPr>
              <a:t>ANSWER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2050"/>
                </a:solidFill>
              </a:rPr>
              <a:t>Plausible-sounding but incorrect outputs. Always verify facts, names, and numbers — especially statistics and citations.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Q08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70"/>
                </a:solidFill>
              </a:rPr>
              <a:t>QUESTION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is prompt injection?</a:t>
            </a:r>
            <a:endParaRPr lang="en-US" sz="2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A08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</a:rPr>
              <a:t>ANSWER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2050"/>
                </a:solidFill>
              </a:rPr>
              <a:t>A risk where hidden or malicious instructions in referenced content (e.g., a pasted document) hijack the AI's behavior. Avoid running untrusted content through prompts.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Q09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70"/>
                </a:solidFill>
              </a:rPr>
              <a:t>QUESTION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does 'over-reliance' on AI mean?</a:t>
            </a:r>
            <a:endParaRPr lang="en-US" sz="2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A09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</a:rPr>
              <a:t>ANSWER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2050"/>
                </a:solidFill>
              </a:rPr>
              <a:t>Accepting AI-generated output without human review. Treat every Copilot output as a first draft, not the final word.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Q10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70"/>
                </a:solidFill>
              </a:rPr>
              <a:t>QUESTION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How do you verify a statistic that Copilot included in a summary?</a:t>
            </a:r>
            <a:endParaRPr lang="en-US" sz="2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A10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</a:rPr>
              <a:t>ANSWER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2050"/>
                </a:solidFill>
              </a:rPr>
              <a:t>Follow the citation link to the original source document and confirm the number there. Re-asking Copilot 'Are you sure?' is NOT verification.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Q11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70"/>
                </a:solidFill>
              </a:rPr>
              <a:t>QUESTION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How does data protection restrict Copilot results?</a:t>
            </a:r>
            <a:endParaRPr lang="en-US" sz="2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A11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</a:rPr>
              <a:t>ANSWER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2050"/>
                </a:solidFill>
              </a:rPr>
              <a:t>Copilot inherits sensitivity labels, DLP policies, and access controls. It never surfaces content the user doesn't already have permission to see.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Q12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70"/>
                </a:solidFill>
              </a:rPr>
              <a:t>QUESTION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How do Copilot features differ across M365 apps?</a:t>
            </a:r>
            <a:endParaRPr lang="en-US" sz="2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A12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</a:rPr>
              <a:t>ANSWER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2050"/>
                </a:solidFill>
              </a:rPr>
              <a:t>Word: draft/rewrite/summarize. Excel: formulas/analysis. PowerPoint: create decks. Outlook: thread summary/draft. Teams: meeting recap/catch-up. Each surface has app-specific capabilities.</a:t>
            </a:r>
            <a:endParaRPr lang="en-US" sz="2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07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9144000" cy="731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731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383280" y="1371600"/>
            <a:ext cx="237744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383280" y="1371600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78D4"/>
                </a:solidFill>
              </a:rPr>
              <a:t>DOMAIN 2  •  Q13 – Q28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Manage Prompts and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Conversations by Using AI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0E8FF"/>
                </a:solidFill>
              </a:rPr>
              <a:t>35–40% of exam  •  16 flashcards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Q13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70"/>
                </a:solidFill>
              </a:rPr>
              <a:t>QUESTION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are the four components of an effective Copilot prompt?</a:t>
            </a:r>
            <a:endParaRPr lang="en-US" sz="2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A13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</a:rPr>
              <a:t>ANSWER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2050"/>
                </a:solidFill>
              </a:rPr>
              <a:t>1. Goal — what you want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02050"/>
                </a:solidFill>
              </a:rPr>
              <a:t>2. Context — audience, situation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02050"/>
                </a:solidFill>
              </a:rPr>
              <a:t>3. Source — specific files, emails, meetings via /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02050"/>
                </a:solidFill>
              </a:rPr>
              <a:t>4. Expectation — format, length, tone</a:t>
            </a:r>
            <a:endParaRPr lang="en-US" sz="2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Q14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70"/>
                </a:solidFill>
              </a:rPr>
              <a:t>QUESTION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does the / (slash) menu do in a Copilot prompt?</a:t>
            </a:r>
            <a:endParaRPr lang="en-US" sz="2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A14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</a:rPr>
              <a:t>ANSWER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2050"/>
                </a:solidFill>
              </a:rPr>
              <a:t>It lets you reference specific resources — files, emails, meetings, or people — to ground the response in precise sources instead of broad data.</a:t>
            </a:r>
            <a:endParaRPr lang="en-US" sz="2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Q15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70"/>
                </a:solidFill>
              </a:rPr>
              <a:t>QUESTION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How do you save a prompt for reuse?</a:t>
            </a:r>
            <a:endParaRPr lang="en-US" sz="2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A15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</a:rPr>
              <a:t>ANSWER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2050"/>
                </a:solidFill>
              </a:rPr>
              <a:t>Pin it to the Prompt Gallery. You can also star prompts as favorites for one-click access from the Copilot home.</a:t>
            </a:r>
            <a:endParaRPr lang="en-US" sz="2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Q16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70"/>
                </a:solidFill>
              </a:rPr>
              <a:t>QUESTION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does scheduling a prompt do?</a:t>
            </a:r>
            <a:endParaRPr lang="en-US" sz="2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A16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</a:rPr>
              <a:t>ANSWER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2050"/>
                </a:solidFill>
              </a:rPr>
              <a:t>Runs the prompt automatically on a recurring cadence (daily, weekly, etc.). Output is delivered to chat or email without manual effort.</a:t>
            </a:r>
            <a:endParaRPr lang="en-US" sz="2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Q17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70"/>
                </a:solidFill>
              </a:rPr>
              <a:t>QUESTION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How can you share a prompt with your team?</a:t>
            </a:r>
            <a:endParaRPr lang="en-US" sz="2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A17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</a:rPr>
              <a:t>ANSWER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2050"/>
                </a:solidFill>
              </a:rPr>
              <a:t>Publish it to the team Prompt Gallery or share via a direct link. This ensures consistent, reusable prompts across the team.</a:t>
            </a:r>
            <a:endParaRPr lang="en-US" sz="2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Q18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70"/>
                </a:solidFill>
              </a:rPr>
              <a:t>QUESTION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How do you find a previous Copilot conversation?</a:t>
            </a:r>
            <a:endParaRPr lang="en-US" sz="2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A18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</a:rPr>
              <a:t>ANSWER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2050"/>
                </a:solidFill>
              </a:rPr>
              <a:t>Open chat history in Copilot and scroll or search by title. You can rename chats to make them easier to find later.</a:t>
            </a:r>
            <a:endParaRPr lang="en-US" sz="2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Q19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70"/>
                </a:solidFill>
              </a:rPr>
              <a:t>QUESTION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happens when you delete a Copilot chat?</a:t>
            </a:r>
            <a:endParaRPr lang="en-US" sz="2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A19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</a:rPr>
              <a:t>ANSWER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2050"/>
                </a:solidFill>
              </a:rPr>
              <a:t>The conversation is permanently removed from your chat history. Use this for hygiene and to declutter.</a:t>
            </a:r>
            <a:endParaRPr lang="en-US" sz="2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Q20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70"/>
                </a:solidFill>
              </a:rPr>
              <a:t>QUESTION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is a Copilot Notebook?</a:t>
            </a:r>
            <a:endParaRPr lang="en-US" sz="2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A20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</a:rPr>
              <a:t>ANSWER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2050"/>
                </a:solidFill>
              </a:rPr>
              <a:t>A focused workspace grounded in chosen sources (files, chats, pages). Copilot answers inside a Notebook are scoped to that knowledge, keeping context tight.</a:t>
            </a:r>
            <a:endParaRPr lang="en-US" sz="2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Q21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70"/>
                </a:solidFill>
              </a:rPr>
              <a:t>QUESTION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is the Agent Store?</a:t>
            </a:r>
            <a:endParaRPr lang="en-US" sz="2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A21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</a:rPr>
              <a:t>ANSWER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2050"/>
                </a:solidFill>
              </a:rPr>
              <a:t>A catalog of pre-built agents for common tasks (Researcher, Analyst, HR, IT, etc.). Always check here first before building a custom agent.</a:t>
            </a:r>
            <a:endParaRPr lang="en-US" sz="2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Q22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70"/>
                </a:solidFill>
              </a:rPr>
              <a:t>QUESTION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When should you create a custom agent versus using the Agent Store?</a:t>
            </a:r>
            <a:endParaRPr lang="en-US" sz="2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A22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</a:rPr>
              <a:t>ANSWER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2050"/>
                </a:solidFill>
              </a:rPr>
              <a:t>When no pre-built agent fits your scenario and you need a scoped assistant with your own knowledge sources, instructions, and capabilities.</a:t>
            </a:r>
            <a:endParaRPr lang="en-US" sz="2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Q23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70"/>
                </a:solidFill>
              </a:rPr>
              <a:t>QUESTION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How do you create an agent from a template?</a:t>
            </a:r>
            <a:endParaRPr lang="en-US" sz="2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A23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</a:rPr>
              <a:t>ANSWER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2050"/>
                </a:solidFill>
              </a:rPr>
              <a:t>1. Pick a template (FAQ bot, doc Q&amp;A, concierge, etc.)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02050"/>
                </a:solidFill>
              </a:rPr>
              <a:t>2. Add knowledge sources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02050"/>
                </a:solidFill>
              </a:rPr>
              <a:t>3. Set instructions and capabilities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02050"/>
                </a:solidFill>
              </a:rPr>
              <a:t>4. Share with your team</a:t>
            </a:r>
            <a:endParaRPr lang="en-US" sz="2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Q24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70"/>
                </a:solidFill>
              </a:rPr>
              <a:t>QUESTION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types of knowledge can you add to an agent?</a:t>
            </a:r>
            <a:endParaRPr lang="en-US" sz="2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A24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</a:rPr>
              <a:t>ANSWER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2050"/>
                </a:solidFill>
              </a:rPr>
              <a:t>SharePoint sites, uploaded files (PDF, Word), web URLs, and data connectors (Dataverse, etc.).</a:t>
            </a:r>
            <a:endParaRPr lang="en-US" sz="2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Q25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70"/>
                </a:solidFill>
              </a:rPr>
              <a:t>QUESTION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are agent 'settings' (as distinct from knowledge)?</a:t>
            </a:r>
            <a:endParaRPr lang="en-US" sz="2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A25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</a:rPr>
              <a:t>ANSWER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2050"/>
                </a:solidFill>
              </a:rPr>
              <a:t>Instructions (system prompt, tone, guardrails), capabilities (image gen, code interpreter, web search), and suggested prompts (starter questions for users).</a:t>
            </a:r>
            <a:endParaRPr lang="en-US" sz="2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Q26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70"/>
                </a:solidFill>
              </a:rPr>
              <a:t>QUESTION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are suggested prompts on an agent?</a:t>
            </a:r>
            <a:endParaRPr lang="en-US" sz="2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A26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</a:rPr>
              <a:t>ANSWER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2050"/>
                </a:solidFill>
              </a:rPr>
              <a:t>Starter questions displayed to users when they open the agent. They reduce onboarding friction by showing what the agent can do.</a:t>
            </a:r>
            <a:endParaRPr lang="en-US" sz="2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Q27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70"/>
                </a:solidFill>
              </a:rPr>
              <a:t>QUESTION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How do you share an agent with your team?</a:t>
            </a:r>
            <a:endParaRPr lang="en-US" sz="2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A27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</a:rPr>
              <a:t>ANSWER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2050"/>
                </a:solidFill>
              </a:rPr>
              <a:t>Via a direct link, the Agent catalog (org-wide discovery), or by embedding in a Teams channel. Users only see answers from content they're authorized to access.</a:t>
            </a:r>
            <a:endParaRPr lang="en-US" sz="2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Q28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70"/>
                </a:solidFill>
              </a:rPr>
              <a:t>QUESTION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governance controls exist for agents?</a:t>
            </a:r>
            <a:endParaRPr lang="en-US" sz="28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A28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</a:rPr>
              <a:t>ANSWER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2050"/>
                </a:solidFill>
              </a:rPr>
              <a:t>Admins can govern agent creation, restrict connectors, and audit usage. Shared agents inherit knowledge-source permissions — users can't see unauthorized content.</a:t>
            </a:r>
            <a:endParaRPr lang="en-US" sz="22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07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9144000" cy="731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731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383280" y="1371600"/>
            <a:ext cx="237744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383280" y="1371600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78D4"/>
                </a:solidFill>
              </a:rPr>
              <a:t>DOMAIN 3  •  Q29 – Q40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Draft and Analyze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Business Content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0E8FF"/>
                </a:solidFill>
              </a:rPr>
              <a:t>25–30% of exam  •  12 flashcards</a:t>
            </a:r>
            <a:endParaRPr lang="en-US" sz="16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Q29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70"/>
                </a:solidFill>
              </a:rPr>
              <a:t>QUESTION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are the three ways to draft a document with Copilot in Word?</a:t>
            </a:r>
            <a:endParaRPr lang="en-US" sz="28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A29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</a:rPr>
              <a:t>ANSWER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2050"/>
                </a:solidFill>
              </a:rPr>
              <a:t>1. From a prompt ('Draft with Copilot' — describe audience, tone, length)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02050"/>
                </a:solidFill>
              </a:rPr>
              <a:t>2. From an existing document (rewrite or re-format)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02050"/>
                </a:solidFill>
              </a:rPr>
              <a:t>3. Management summary (one-page exec summary for a specific audience)</a:t>
            </a:r>
            <a:endParaRPr lang="en-US" sz="22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Q30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70"/>
                </a:solidFill>
              </a:rPr>
              <a:t>QUESTION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How do you generate a management summary of a long document?</a:t>
            </a:r>
            <a:endParaRPr lang="en-US" sz="28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A30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</a:rPr>
              <a:t>ANSWER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2050"/>
                </a:solidFill>
              </a:rPr>
              <a:t>Ask Copilot in Word: 'Create a 1-page executive summary for [audience]' while referencing the source document.</a:t>
            </a:r>
            <a:endParaRPr lang="en-US" sz="22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Q31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70"/>
                </a:solidFill>
              </a:rPr>
              <a:t>QUESTION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How do you turn a Word document into a PowerPoint deck?</a:t>
            </a:r>
            <a:endParaRPr lang="en-US" sz="28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A31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</a:rPr>
              <a:t>ANSWER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2050"/>
                </a:solidFill>
              </a:rPr>
              <a:t>In PowerPoint, use Copilot: 'Create a presentation from this document' and reference the Word file. Copilot generates a draft deck.</a:t>
            </a:r>
            <a:endParaRPr lang="en-US" sz="22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Q32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70"/>
                </a:solidFill>
              </a:rPr>
              <a:t>QUESTION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Name three ways to move data between M365 apps using Copilot.</a:t>
            </a:r>
            <a:endParaRPr lang="en-US" sz="28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A32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</a:rPr>
              <a:t>ANSWER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2050"/>
                </a:solidFill>
              </a:rPr>
              <a:t>1. Word → PowerPoint (doc to deck)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02050"/>
                </a:solidFill>
              </a:rPr>
              <a:t>2. Excel → Word/PPT (tables/insights)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02050"/>
                </a:solidFill>
              </a:rPr>
              <a:t>3. Meeting recap → Outlook (follow-up email with action items)</a:t>
            </a:r>
            <a:endParaRPr lang="en-US" sz="22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Q33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70"/>
                </a:solidFill>
              </a:rPr>
              <a:t>QUESTION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does 'catch-up' mean in Copilot for Teams meetings?</a:t>
            </a:r>
            <a:endParaRPr lang="en-US" sz="28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A33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</a:rPr>
              <a:t>ANSWER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2050"/>
                </a:solidFill>
              </a:rPr>
              <a:t>A quick summary of what you missed if you joined a meeting late. It lets you jump in without asking 'What did I miss?'</a:t>
            </a:r>
            <a:endParaRPr lang="en-US" sz="22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Q34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70"/>
                </a:solidFill>
              </a:rPr>
              <a:t>QUESTION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information does a Copilot meeting recap include?</a:t>
            </a:r>
            <a:endParaRPr lang="en-US" sz="28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A34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</a:rPr>
              <a:t>ANSWER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2050"/>
                </a:solidFill>
              </a:rPr>
              <a:t>Key points, decisions made, action items with owners, and an overall summary. Intelligent recap (Copilot license) goes deeper.</a:t>
            </a:r>
            <a:endParaRPr lang="en-US" sz="22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Q35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70"/>
                </a:solidFill>
              </a:rPr>
              <a:t>QUESTION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How can you find out who said what in a meeting?</a:t>
            </a:r>
            <a:endParaRPr lang="en-US" sz="28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A35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</a:rPr>
              <a:t>ANSWER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2050"/>
                </a:solidFill>
              </a:rPr>
              <a:t>Ask Copilot to search the transcript and attribute statements to specific participants — during or after the meeting.</a:t>
            </a:r>
            <a:endParaRPr lang="en-US" sz="22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Q36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70"/>
                </a:solidFill>
              </a:rPr>
              <a:t>QUESTION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is a Copilot Page?</a:t>
            </a:r>
            <a:endParaRPr lang="en-US" sz="28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A36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</a:rPr>
              <a:t>ANSWER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2050"/>
                </a:solidFill>
              </a:rPr>
              <a:t>A persistent, co-editable canvas built from a Copilot answer. Multiple people can edit in real time. Saved to OneDrive and shareable like any M365 file.</a:t>
            </a:r>
            <a:endParaRPr lang="en-US" sz="22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Q37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70"/>
                </a:solidFill>
              </a:rPr>
              <a:t>QUESTION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How is a Copilot Page different from a chat response?</a:t>
            </a:r>
            <a:endParaRPr lang="en-US" sz="28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A37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</a:rPr>
              <a:t>ANSWER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2050"/>
                </a:solidFill>
              </a:rPr>
              <a:t>A chat response is temporary and single-user. A Page is persistent, shareable, and co-editable — designed for collaborative work.</a:t>
            </a:r>
            <a:endParaRPr lang="en-US" sz="22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Q38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70"/>
                </a:solidFill>
              </a:rPr>
              <a:t>QUESTION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is Copilot memory?</a:t>
            </a:r>
            <a:endParaRPr lang="en-US" sz="28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A38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</a:rPr>
              <a:t>ANSWER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2050"/>
                </a:solidFill>
              </a:rPr>
              <a:t>An opt-in feature where Copilot recalls your preferences across chats (e.g., your role, team, preferred tone). You can review, edit, or clear memory at any time.</a:t>
            </a:r>
            <a:endParaRPr lang="en-US" sz="22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Q39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70"/>
                </a:solidFill>
              </a:rPr>
              <a:t>QUESTION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are Copilot custom instructions?</a:t>
            </a:r>
            <a:endParaRPr lang="en-US" sz="28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A39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</a:rPr>
              <a:t>ANSWER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2050"/>
                </a:solidFill>
              </a:rPr>
              <a:t>Defaults you set that Copilot applies to every prompt — like 'always use British English' or 'I manage the retail portfolio'. Managed in Copilot settings.</a:t>
            </a:r>
            <a:endParaRPr lang="en-US" sz="22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Q40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70"/>
                </a:solidFill>
              </a:rPr>
              <a:t>QUESTION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Which Copilot feature is best for a recurring weekly status email?</a:t>
            </a:r>
            <a:endParaRPr lang="en-US" sz="28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</a:rPr>
              <a:t>A40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</a:rPr>
              <a:t>ANSWER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2050"/>
                </a:solidFill>
              </a:rPr>
              <a:t>A scheduled prompt. Save the prompt, set it to run weekly, and have the output delivered to chat or email automatically.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1805</Words>
  <Application>Microsoft Office PowerPoint</Application>
  <PresentationFormat>On-screen Show (16:9)</PresentationFormat>
  <Paragraphs>353</Paragraphs>
  <Slides>84</Slides>
  <Notes>84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8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AB-730 Flashcards — AI Business Professional</dc:title>
  <dc:subject>PptxGenJS Presentation</dc:subject>
  <dc:creator>John Rea</dc:creator>
  <cp:lastModifiedBy>John Rea</cp:lastModifiedBy>
  <cp:revision>1</cp:revision>
  <dcterms:created xsi:type="dcterms:W3CDTF">2026-04-20T19:41:47Z</dcterms:created>
  <dcterms:modified xsi:type="dcterms:W3CDTF">2026-04-21T00:38:53Z</dcterms:modified>
</cp:coreProperties>
</file>