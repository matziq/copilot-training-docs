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7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94" r:id="rId39"/>
    <p:sldId id="292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F66F94-42B8-4736-AFD3-934D7F0EB8D6}" v="2" dt="2026-03-26T16:44:10.564"/>
    <p1510:client id="{4F91B98D-0810-4682-8C74-3B86217A9887}" v="14" dt="2026-03-26T13:06:08.915"/>
    <p1510:client id="{BF3CE945-78A1-402E-8F1F-BCCAA024EF1B}" v="2" dt="2026-03-25T20:24:45.8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33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Rea" userId="d8639818-8097-4ceb-a926-1c095acca351" providerId="ADAL" clId="{0FCD4BB8-3B4B-4ACD-9B0D-ECB696CB557E}"/>
    <pc:docChg chg="undo custSel addSld delSld modSld">
      <pc:chgData name="John Rea" userId="d8639818-8097-4ceb-a926-1c095acca351" providerId="ADAL" clId="{0FCD4BB8-3B4B-4ACD-9B0D-ECB696CB557E}" dt="2026-03-26T17:33:15.622" v="527" actId="20577"/>
      <pc:docMkLst>
        <pc:docMk/>
      </pc:docMkLst>
      <pc:sldChg chg="modSp mod">
        <pc:chgData name="John Rea" userId="d8639818-8097-4ceb-a926-1c095acca351" providerId="ADAL" clId="{0FCD4BB8-3B4B-4ACD-9B0D-ECB696CB557E}" dt="2026-03-26T13:07:24.072" v="302" actId="26606"/>
        <pc:sldMkLst>
          <pc:docMk/>
          <pc:sldMk cId="0" sldId="256"/>
        </pc:sldMkLst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56"/>
            <ac:spMk id="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4:54:36.777" v="43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4:54:23.654" v="32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4:55:37.689" v="89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04:55:25.347" v="78" actId="20577"/>
        <pc:sldMkLst>
          <pc:docMk/>
          <pc:sldMk cId="0" sldId="257"/>
        </pc:sldMkLst>
        <pc:spChg chg="mod">
          <ac:chgData name="John Rea" userId="d8639818-8097-4ceb-a926-1c095acca351" providerId="ADAL" clId="{0FCD4BB8-3B4B-4ACD-9B0D-ECB696CB557E}" dt="2026-03-26T04:55:24.499" v="77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4:55:24.082" v="76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4:55:25.347" v="78" actId="20577"/>
          <ac:spMkLst>
            <pc:docMk/>
            <pc:sldMk cId="0" sldId="257"/>
            <ac:spMk id="32" creationId="{00000000-0000-0000-0000-000000000000}"/>
          </ac:spMkLst>
        </pc:spChg>
      </pc:sldChg>
      <pc:sldChg chg="modSp">
        <pc:chgData name="John Rea" userId="d8639818-8097-4ceb-a926-1c095acca351" providerId="ADAL" clId="{0FCD4BB8-3B4B-4ACD-9B0D-ECB696CB557E}" dt="2026-03-25T20:24:45.896" v="1"/>
        <pc:sldMkLst>
          <pc:docMk/>
          <pc:sldMk cId="0" sldId="258"/>
        </pc:sldMkLst>
        <pc:spChg chg="mod">
          <ac:chgData name="John Rea" userId="d8639818-8097-4ceb-a926-1c095acca351" providerId="ADAL" clId="{0FCD4BB8-3B4B-4ACD-9B0D-ECB696CB557E}" dt="2026-03-25T20:24:45.896" v="1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13:07:57.870" v="323" actId="20577"/>
        <pc:sldMkLst>
          <pc:docMk/>
          <pc:sldMk cId="0" sldId="259"/>
        </pc:sldMkLst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57.870" v="323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4:59:08.301" v="106" actId="26606"/>
          <ac:spMkLst>
            <pc:docMk/>
            <pc:sldMk cId="0" sldId="259"/>
            <ac:spMk id="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4:59:08.301" v="106" actId="2660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4:59:08.301" v="106" actId="2660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4:59:08.301" v="106" actId="2660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4:59:08.301" v="106" actId="26606"/>
          <ac:spMkLst>
            <pc:docMk/>
            <pc:sldMk cId="0" sldId="259"/>
            <ac:spMk id="19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13:08:20.795" v="339" actId="20577"/>
        <pc:sldMkLst>
          <pc:docMk/>
          <pc:sldMk cId="0" sldId="260"/>
        </pc:sldMkLst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0"/>
            <ac:spMk id="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8:20.795" v="339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0"/>
            <ac:spMk id="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0"/>
            <ac:spMk id="37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13:07:24.072" v="302" actId="26606"/>
        <pc:sldMkLst>
          <pc:docMk/>
          <pc:sldMk cId="0" sldId="261"/>
        </pc:sldMkLst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1"/>
            <ac:spMk id="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61"/>
            <ac:spMk id="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1"/>
            <ac:spMk id="8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1"/>
            <ac:spMk id="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61"/>
            <ac:spMk id="14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13:07:24.072" v="302" actId="26606"/>
        <pc:sldMkLst>
          <pc:docMk/>
          <pc:sldMk cId="0" sldId="262"/>
        </pc:sldMkLst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2"/>
            <ac:spMk id="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2"/>
            <ac:spMk id="12" creationId="{00000000-0000-0000-0000-000000000000}"/>
          </ac:spMkLst>
        </pc:spChg>
      </pc:sldChg>
      <pc:sldChg chg="addSp delSp modSp add del mod setBg">
        <pc:chgData name="John Rea" userId="d8639818-8097-4ceb-a926-1c095acca351" providerId="ADAL" clId="{0FCD4BB8-3B4B-4ACD-9B0D-ECB696CB557E}" dt="2026-03-26T13:07:24.072" v="302" actId="26606"/>
        <pc:sldMkLst>
          <pc:docMk/>
          <pc:sldMk cId="0" sldId="264"/>
        </pc:sldMkLst>
        <pc:spChg chg="del">
          <ac:chgData name="John Rea" userId="d8639818-8097-4ceb-a926-1c095acca351" providerId="ADAL" clId="{0FCD4BB8-3B4B-4ACD-9B0D-ECB696CB557E}" dt="2026-03-26T12:56:21.227" v="149" actId="4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2:56:18.355" v="148" actId="6549"/>
          <ac:spMkLst>
            <pc:docMk/>
            <pc:sldMk cId="0" sldId="264"/>
            <ac:spMk id="3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2:56:21.227" v="149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2:56:21.227" v="149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2:56:21.227" v="149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2:56:21.227" v="149" actId="478"/>
          <ac:spMkLst>
            <pc:docMk/>
            <pc:sldMk cId="0" sldId="264"/>
            <ac:spMk id="15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2:56:21.227" v="149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2:56:21.227" v="149" actId="478"/>
          <ac:spMkLst>
            <pc:docMk/>
            <pc:sldMk cId="0" sldId="264"/>
            <ac:spMk id="19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2:56:21.227" v="149" actId="47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2:56:21.227" v="149" actId="478"/>
          <ac:spMkLst>
            <pc:docMk/>
            <pc:sldMk cId="0" sldId="264"/>
            <ac:spMk id="23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2:56:21.227" v="149" actId="478"/>
          <ac:spMkLst>
            <pc:docMk/>
            <pc:sldMk cId="0" sldId="264"/>
            <ac:spMk id="25" creationId="{00000000-0000-0000-0000-000000000000}"/>
          </ac:spMkLst>
        </pc:spChg>
        <pc:spChg chg="add">
          <ac:chgData name="John Rea" userId="d8639818-8097-4ceb-a926-1c095acca351" providerId="ADAL" clId="{0FCD4BB8-3B4B-4ACD-9B0D-ECB696CB557E}" dt="2026-03-26T12:56:59.105" v="153" actId="26606"/>
          <ac:spMkLst>
            <pc:docMk/>
            <pc:sldMk cId="0" sldId="264"/>
            <ac:spMk id="32" creationId="{AB8C311F-7253-4AED-9701-7FC0708C41C7}"/>
          </ac:spMkLst>
        </pc:spChg>
        <pc:spChg chg="add">
          <ac:chgData name="John Rea" userId="d8639818-8097-4ceb-a926-1c095acca351" providerId="ADAL" clId="{0FCD4BB8-3B4B-4ACD-9B0D-ECB696CB557E}" dt="2026-03-26T12:56:59.105" v="153" actId="26606"/>
          <ac:spMkLst>
            <pc:docMk/>
            <pc:sldMk cId="0" sldId="264"/>
            <ac:spMk id="34" creationId="{E2384209-CB15-4CDF-9D31-C44FD9A3F20D}"/>
          </ac:spMkLst>
        </pc:spChg>
        <pc:spChg chg="add">
          <ac:chgData name="John Rea" userId="d8639818-8097-4ceb-a926-1c095acca351" providerId="ADAL" clId="{0FCD4BB8-3B4B-4ACD-9B0D-ECB696CB557E}" dt="2026-03-26T12:56:59.105" v="153" actId="26606"/>
          <ac:spMkLst>
            <pc:docMk/>
            <pc:sldMk cId="0" sldId="264"/>
            <ac:spMk id="36" creationId="{2633B3B5-CC90-43F0-8714-D31D1F3F0209}"/>
          </ac:spMkLst>
        </pc:spChg>
        <pc:spChg chg="add">
          <ac:chgData name="John Rea" userId="d8639818-8097-4ceb-a926-1c095acca351" providerId="ADAL" clId="{0FCD4BB8-3B4B-4ACD-9B0D-ECB696CB557E}" dt="2026-03-26T12:56:59.105" v="153" actId="26606"/>
          <ac:spMkLst>
            <pc:docMk/>
            <pc:sldMk cId="0" sldId="264"/>
            <ac:spMk id="38" creationId="{A8D57A06-A426-446D-B02C-A2DC6B62E45E}"/>
          </ac:spMkLst>
        </pc:spChg>
        <pc:picChg chg="add mod modCrop">
          <ac:chgData name="John Rea" userId="d8639818-8097-4ceb-a926-1c095acca351" providerId="ADAL" clId="{0FCD4BB8-3B4B-4ACD-9B0D-ECB696CB557E}" dt="2026-03-26T12:57:24.520" v="158" actId="1076"/>
          <ac:picMkLst>
            <pc:docMk/>
            <pc:sldMk cId="0" sldId="264"/>
            <ac:picMk id="27" creationId="{29A06A28-E235-EB62-4924-EA08EBAA22F4}"/>
          </ac:picMkLst>
        </pc:picChg>
      </pc:sldChg>
      <pc:sldChg chg="modSp mod">
        <pc:chgData name="John Rea" userId="d8639818-8097-4ceb-a926-1c095acca351" providerId="ADAL" clId="{0FCD4BB8-3B4B-4ACD-9B0D-ECB696CB557E}" dt="2026-03-26T05:10:24.243" v="107" actId="26606"/>
        <pc:sldMkLst>
          <pc:docMk/>
          <pc:sldMk cId="0" sldId="265"/>
        </pc:sldMkLst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5"/>
            <ac:spMk id="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65"/>
            <ac:spMk id="13" creationId="{00000000-0000-0000-0000-000000000000}"/>
          </ac:spMkLst>
        </pc:spChg>
      </pc:sldChg>
      <pc:sldChg chg="addSp delSp modSp mod">
        <pc:chgData name="John Rea" userId="d8639818-8097-4ceb-a926-1c095acca351" providerId="ADAL" clId="{0FCD4BB8-3B4B-4ACD-9B0D-ECB696CB557E}" dt="2026-03-26T05:26:26.544" v="146" actId="1076"/>
        <pc:sldMkLst>
          <pc:docMk/>
          <pc:sldMk cId="0" sldId="266"/>
        </pc:sldMkLst>
        <pc:spChg chg="del mod">
          <ac:chgData name="John Rea" userId="d8639818-8097-4ceb-a926-1c095acca351" providerId="ADAL" clId="{0FCD4BB8-3B4B-4ACD-9B0D-ECB696CB557E}" dt="2026-03-26T05:26:11.164" v="145" actId="478"/>
          <ac:spMkLst>
            <pc:docMk/>
            <pc:sldMk cId="0" sldId="266"/>
            <ac:spMk id="5" creationId="{00000000-0000-0000-0000-000000000000}"/>
          </ac:spMkLst>
        </pc:spChg>
        <pc:spChg chg="del mod">
          <ac:chgData name="John Rea" userId="d8639818-8097-4ceb-a926-1c095acca351" providerId="ADAL" clId="{0FCD4BB8-3B4B-4ACD-9B0D-ECB696CB557E}" dt="2026-03-26T05:26:09.674" v="144" actId="478"/>
          <ac:spMkLst>
            <pc:docMk/>
            <pc:sldMk cId="0" sldId="266"/>
            <ac:spMk id="6" creationId="{00000000-0000-0000-0000-000000000000}"/>
          </ac:spMkLst>
        </pc:spChg>
        <pc:spChg chg="add del mod">
          <ac:chgData name="John Rea" userId="d8639818-8097-4ceb-a926-1c095acca351" providerId="ADAL" clId="{0FCD4BB8-3B4B-4ACD-9B0D-ECB696CB557E}" dt="2026-03-26T05:25:15.911" v="124" actId="478"/>
          <ac:spMkLst>
            <pc:docMk/>
            <pc:sldMk cId="0" sldId="266"/>
            <ac:spMk id="7" creationId="{00000000-0000-0000-0000-000000000000}"/>
          </ac:spMkLst>
        </pc:spChg>
        <pc:spChg chg="del mod">
          <ac:chgData name="John Rea" userId="d8639818-8097-4ceb-a926-1c095acca351" providerId="ADAL" clId="{0FCD4BB8-3B4B-4ACD-9B0D-ECB696CB557E}" dt="2026-03-26T05:26:06.108" v="142" actId="478"/>
          <ac:spMkLst>
            <pc:docMk/>
            <pc:sldMk cId="0" sldId="266"/>
            <ac:spMk id="8" creationId="{00000000-0000-0000-0000-000000000000}"/>
          </ac:spMkLst>
        </pc:spChg>
        <pc:spChg chg="add del mod">
          <ac:chgData name="John Rea" userId="d8639818-8097-4ceb-a926-1c095acca351" providerId="ADAL" clId="{0FCD4BB8-3B4B-4ACD-9B0D-ECB696CB557E}" dt="2026-03-26T05:25:07.190" v="121" actId="478"/>
          <ac:spMkLst>
            <pc:docMk/>
            <pc:sldMk cId="0" sldId="266"/>
            <ac:spMk id="9" creationId="{00000000-0000-0000-0000-000000000000}"/>
          </ac:spMkLst>
        </pc:spChg>
        <pc:spChg chg="del mod">
          <ac:chgData name="John Rea" userId="d8639818-8097-4ceb-a926-1c095acca351" providerId="ADAL" clId="{0FCD4BB8-3B4B-4ACD-9B0D-ECB696CB557E}" dt="2026-03-26T05:25:12.759" v="123" actId="478"/>
          <ac:spMkLst>
            <pc:docMk/>
            <pc:sldMk cId="0" sldId="266"/>
            <ac:spMk id="10" creationId="{00000000-0000-0000-0000-000000000000}"/>
          </ac:spMkLst>
        </pc:spChg>
        <pc:spChg chg="add del">
          <ac:chgData name="John Rea" userId="d8639818-8097-4ceb-a926-1c095acca351" providerId="ADAL" clId="{0FCD4BB8-3B4B-4ACD-9B0D-ECB696CB557E}" dt="2026-03-26T05:26:00.264" v="140" actId="478"/>
          <ac:spMkLst>
            <pc:docMk/>
            <pc:sldMk cId="0" sldId="266"/>
            <ac:spMk id="11" creationId="{00000000-0000-0000-0000-000000000000}"/>
          </ac:spMkLst>
        </pc:spChg>
        <pc:spChg chg="del mod">
          <ac:chgData name="John Rea" userId="d8639818-8097-4ceb-a926-1c095acca351" providerId="ADAL" clId="{0FCD4BB8-3B4B-4ACD-9B0D-ECB696CB557E}" dt="2026-03-26T05:25:59.298" v="139" actId="478"/>
          <ac:spMkLst>
            <pc:docMk/>
            <pc:sldMk cId="0" sldId="266"/>
            <ac:spMk id="1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26:26.544" v="146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26:26.544" v="146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26:26.544" v="146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26:26.544" v="146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26:26.544" v="146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26:26.544" v="146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26:26.544" v="146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26:26.544" v="146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24:53.479" v="120" actId="2660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24:53.479" v="120" actId="2660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26:26.544" v="146" actId="1076"/>
          <ac:spMkLst>
            <pc:docMk/>
            <pc:sldMk cId="0" sldId="266"/>
            <ac:spMk id="2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26:26.544" v="146" actId="1076"/>
          <ac:spMkLst>
            <pc:docMk/>
            <pc:sldMk cId="0" sldId="266"/>
            <ac:spMk id="28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05:10:24.243" v="107" actId="26606"/>
        <pc:sldMkLst>
          <pc:docMk/>
          <pc:sldMk cId="0" sldId="273"/>
        </pc:sldMkLst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73"/>
            <ac:spMk id="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73"/>
            <ac:spMk id="20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13:07:24.072" v="302" actId="26606"/>
        <pc:sldMkLst>
          <pc:docMk/>
          <pc:sldMk cId="0" sldId="274"/>
        </pc:sldMkLst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74"/>
            <ac:spMk id="19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05:10:24.243" v="107" actId="26606"/>
        <pc:sldMkLst>
          <pc:docMk/>
          <pc:sldMk cId="0" sldId="279"/>
        </pc:sldMkLst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79"/>
            <ac:spMk id="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79"/>
            <ac:spMk id="6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13:07:24.072" v="302" actId="26606"/>
        <pc:sldMkLst>
          <pc:docMk/>
          <pc:sldMk cId="0" sldId="280"/>
        </pc:sldMkLst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80"/>
            <ac:spMk id="8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80"/>
            <ac:spMk id="12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05:10:24.243" v="107" actId="26606"/>
        <pc:sldMkLst>
          <pc:docMk/>
          <pc:sldMk cId="0" sldId="284"/>
        </pc:sldMkLst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84"/>
            <ac:spMk id="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84"/>
            <ac:spMk id="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84"/>
            <ac:spMk id="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84"/>
            <ac:spMk id="1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84"/>
            <ac:spMk id="1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84"/>
            <ac:spMk id="21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84"/>
            <ac:spMk id="25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05:10:24.243" v="107" actId="26606"/>
        <pc:sldMkLst>
          <pc:docMk/>
          <pc:sldMk cId="0" sldId="286"/>
        </pc:sldMkLst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86"/>
            <ac:spMk id="28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86"/>
            <ac:spMk id="36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05:10:24.243" v="107" actId="26606"/>
        <pc:sldMkLst>
          <pc:docMk/>
          <pc:sldMk cId="0" sldId="288"/>
        </pc:sldMkLst>
        <pc:spChg chg="mod">
          <ac:chgData name="John Rea" userId="d8639818-8097-4ceb-a926-1c095acca351" providerId="ADAL" clId="{0FCD4BB8-3B4B-4ACD-9B0D-ECB696CB557E}" dt="2026-03-26T05:10:24.243" v="107" actId="26606"/>
          <ac:spMkLst>
            <pc:docMk/>
            <pc:sldMk cId="0" sldId="288"/>
            <ac:spMk id="9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13:07:24.072" v="302" actId="26606"/>
        <pc:sldMkLst>
          <pc:docMk/>
          <pc:sldMk cId="0" sldId="290"/>
        </pc:sldMkLst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90"/>
            <ac:spMk id="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4:19.992" v="287" actId="20577"/>
          <ac:spMkLst>
            <pc:docMk/>
            <pc:sldMk cId="0" sldId="290"/>
            <ac:spMk id="10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90"/>
            <ac:spMk id="11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90"/>
            <ac:spMk id="1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4:19.356" v="286" actId="20577"/>
          <ac:spMkLst>
            <pc:docMk/>
            <pc:sldMk cId="0" sldId="290"/>
            <ac:spMk id="16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90"/>
            <ac:spMk id="1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90"/>
            <ac:spMk id="21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90"/>
            <ac:spMk id="2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90"/>
            <ac:spMk id="27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90"/>
            <ac:spMk id="29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90"/>
            <ac:spMk id="3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90"/>
            <ac:spMk id="35" creationId="{00000000-0000-0000-0000-000000000000}"/>
          </ac:spMkLst>
        </pc:spChg>
      </pc:sldChg>
      <pc:sldChg chg="delSp modSp mod">
        <pc:chgData name="John Rea" userId="d8639818-8097-4ceb-a926-1c095acca351" providerId="ADAL" clId="{0FCD4BB8-3B4B-4ACD-9B0D-ECB696CB557E}" dt="2026-03-26T13:11:17.331" v="379" actId="20577"/>
        <pc:sldMkLst>
          <pc:docMk/>
          <pc:sldMk cId="0" sldId="291"/>
        </pc:sldMkLst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91"/>
            <ac:spMk id="12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7:24.072" v="302" actId="26606"/>
          <ac:spMkLst>
            <pc:docMk/>
            <pc:sldMk cId="0" sldId="291"/>
            <ac:spMk id="13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11:17.331" v="379" actId="20577"/>
          <ac:spMkLst>
            <pc:docMk/>
            <pc:sldMk cId="0" sldId="291"/>
            <ac:spMk id="18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3:06:30.828" v="295" actId="478"/>
          <ac:spMkLst>
            <pc:docMk/>
            <pc:sldMk cId="0" sldId="291"/>
            <ac:spMk id="20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3:06:38.146" v="299" actId="478"/>
          <ac:spMkLst>
            <pc:docMk/>
            <pc:sldMk cId="0" sldId="291"/>
            <ac:spMk id="21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3:06:32.813" v="296" actId="478"/>
          <ac:spMkLst>
            <pc:docMk/>
            <pc:sldMk cId="0" sldId="291"/>
            <ac:spMk id="22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3:06:34.555" v="297" actId="478"/>
          <ac:spMkLst>
            <pc:docMk/>
            <pc:sldMk cId="0" sldId="291"/>
            <ac:spMk id="23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3:06:36.550" v="298" actId="478"/>
          <ac:spMkLst>
            <pc:docMk/>
            <pc:sldMk cId="0" sldId="291"/>
            <ac:spMk id="24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6:54.050" v="300" actId="1076"/>
          <ac:spMkLst>
            <pc:docMk/>
            <pc:sldMk cId="0" sldId="291"/>
            <ac:spMk id="2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3:06:57.906" v="301" actId="1076"/>
          <ac:spMkLst>
            <pc:docMk/>
            <pc:sldMk cId="0" sldId="291"/>
            <ac:spMk id="26" creationId="{00000000-0000-0000-0000-000000000000}"/>
          </ac:spMkLst>
        </pc:spChg>
      </pc:sldChg>
      <pc:sldChg chg="modSp mod">
        <pc:chgData name="John Rea" userId="d8639818-8097-4ceb-a926-1c095acca351" providerId="ADAL" clId="{0FCD4BB8-3B4B-4ACD-9B0D-ECB696CB557E}" dt="2026-03-26T13:05:57.496" v="293" actId="21"/>
        <pc:sldMkLst>
          <pc:docMk/>
          <pc:sldMk cId="0" sldId="292"/>
        </pc:sldMkLst>
        <pc:spChg chg="mod">
          <ac:chgData name="John Rea" userId="d8639818-8097-4ceb-a926-1c095acca351" providerId="ADAL" clId="{0FCD4BB8-3B4B-4ACD-9B0D-ECB696CB557E}" dt="2026-03-26T13:05:57.496" v="293" actId="21"/>
          <ac:spMkLst>
            <pc:docMk/>
            <pc:sldMk cId="0" sldId="292"/>
            <ac:spMk id="9" creationId="{00000000-0000-0000-0000-000000000000}"/>
          </ac:spMkLst>
        </pc:spChg>
      </pc:sldChg>
      <pc:sldChg chg="add del">
        <pc:chgData name="John Rea" userId="d8639818-8097-4ceb-a926-1c095acca351" providerId="ADAL" clId="{0FCD4BB8-3B4B-4ACD-9B0D-ECB696CB557E}" dt="2026-03-26T13:07:24.072" v="302" actId="26606"/>
        <pc:sldMkLst>
          <pc:docMk/>
          <pc:sldMk cId="1298799191" sldId="293"/>
        </pc:sldMkLst>
      </pc:sldChg>
      <pc:sldChg chg="addSp delSp modSp add mod setBg setClrOvrMap">
        <pc:chgData name="John Rea" userId="d8639818-8097-4ceb-a926-1c095acca351" providerId="ADAL" clId="{0FCD4BB8-3B4B-4ACD-9B0D-ECB696CB557E}" dt="2026-03-26T16:49:00.668" v="398" actId="26606"/>
        <pc:sldMkLst>
          <pc:docMk/>
          <pc:sldMk cId="3988446711" sldId="293"/>
        </pc:sldMkLst>
        <pc:spChg chg="add">
          <ac:chgData name="John Rea" userId="d8639818-8097-4ceb-a926-1c095acca351" providerId="ADAL" clId="{0FCD4BB8-3B4B-4ACD-9B0D-ECB696CB557E}" dt="2026-03-26T16:49:00.668" v="398" actId="26606"/>
          <ac:spMkLst>
            <pc:docMk/>
            <pc:sldMk cId="3988446711" sldId="293"/>
            <ac:spMk id="2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6:41:29.443" v="382" actId="478"/>
          <ac:spMkLst>
            <pc:docMk/>
            <pc:sldMk cId="3988446711" sldId="293"/>
            <ac:spMk id="4" creationId="{D00FEB4C-FF82-6B6C-6DAA-B60FBB3D6FC2}"/>
          </ac:spMkLst>
        </pc:spChg>
        <pc:spChg chg="del">
          <ac:chgData name="John Rea" userId="d8639818-8097-4ceb-a926-1c095acca351" providerId="ADAL" clId="{0FCD4BB8-3B4B-4ACD-9B0D-ECB696CB557E}" dt="2026-03-26T16:41:29.443" v="382" actId="478"/>
          <ac:spMkLst>
            <pc:docMk/>
            <pc:sldMk cId="3988446711" sldId="293"/>
            <ac:spMk id="5" creationId="{E7A6EBF3-A564-53C6-ACF9-7178A81760D2}"/>
          </ac:spMkLst>
        </pc:spChg>
        <pc:spChg chg="del">
          <ac:chgData name="John Rea" userId="d8639818-8097-4ceb-a926-1c095acca351" providerId="ADAL" clId="{0FCD4BB8-3B4B-4ACD-9B0D-ECB696CB557E}" dt="2026-03-26T16:41:25.416" v="381" actId="478"/>
          <ac:spMkLst>
            <pc:docMk/>
            <pc:sldMk cId="3988446711" sldId="293"/>
            <ac:spMk id="6" creationId="{B0AE925B-5BE2-D836-69A7-90E64C6B9781}"/>
          </ac:spMkLst>
        </pc:spChg>
        <pc:spChg chg="add">
          <ac:chgData name="John Rea" userId="d8639818-8097-4ceb-a926-1c095acca351" providerId="ADAL" clId="{0FCD4BB8-3B4B-4ACD-9B0D-ECB696CB557E}" dt="2026-03-26T16:49:00.668" v="398" actId="26606"/>
          <ac:spMkLst>
            <pc:docMk/>
            <pc:sldMk cId="3988446711" sldId="293"/>
            <ac:spMk id="7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6:41:25.416" v="381" actId="478"/>
          <ac:spMkLst>
            <pc:docMk/>
            <pc:sldMk cId="3988446711" sldId="293"/>
            <ac:spMk id="7" creationId="{24197BA5-30F3-FB6D-891B-827F31873E28}"/>
          </ac:spMkLst>
        </pc:spChg>
        <pc:spChg chg="add">
          <ac:chgData name="John Rea" userId="d8639818-8097-4ceb-a926-1c095acca351" providerId="ADAL" clId="{0FCD4BB8-3B4B-4ACD-9B0D-ECB696CB557E}" dt="2026-03-26T16:49:00.668" v="398" actId="26606"/>
          <ac:spMkLst>
            <pc:docMk/>
            <pc:sldMk cId="3988446711" sldId="293"/>
            <ac:spMk id="8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6:41:29.443" v="382" actId="478"/>
          <ac:spMkLst>
            <pc:docMk/>
            <pc:sldMk cId="3988446711" sldId="293"/>
            <ac:spMk id="8" creationId="{5B5DB2F1-B7E3-C08E-F97E-DE6CD82B8999}"/>
          </ac:spMkLst>
        </pc:spChg>
        <pc:spChg chg="del">
          <ac:chgData name="John Rea" userId="d8639818-8097-4ceb-a926-1c095acca351" providerId="ADAL" clId="{0FCD4BB8-3B4B-4ACD-9B0D-ECB696CB557E}" dt="2026-03-26T16:41:29.443" v="382" actId="478"/>
          <ac:spMkLst>
            <pc:docMk/>
            <pc:sldMk cId="3988446711" sldId="293"/>
            <ac:spMk id="9" creationId="{DDB8885A-9C2C-627C-2030-E3745F5A7116}"/>
          </ac:spMkLst>
        </pc:spChg>
        <pc:spChg chg="del">
          <ac:chgData name="John Rea" userId="d8639818-8097-4ceb-a926-1c095acca351" providerId="ADAL" clId="{0FCD4BB8-3B4B-4ACD-9B0D-ECB696CB557E}" dt="2026-03-26T16:41:29.443" v="382" actId="478"/>
          <ac:spMkLst>
            <pc:docMk/>
            <pc:sldMk cId="3988446711" sldId="293"/>
            <ac:spMk id="10" creationId="{F66B4F78-D8ED-75F7-C365-D96E112BA0BD}"/>
          </ac:spMkLst>
        </pc:spChg>
        <pc:spChg chg="add">
          <ac:chgData name="John Rea" userId="d8639818-8097-4ceb-a926-1c095acca351" providerId="ADAL" clId="{0FCD4BB8-3B4B-4ACD-9B0D-ECB696CB557E}" dt="2026-03-26T16:49:00.668" v="398" actId="26606"/>
          <ac:spMkLst>
            <pc:docMk/>
            <pc:sldMk cId="3988446711" sldId="293"/>
            <ac:spMk id="11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6:41:25.416" v="381" actId="478"/>
          <ac:spMkLst>
            <pc:docMk/>
            <pc:sldMk cId="3988446711" sldId="293"/>
            <ac:spMk id="11" creationId="{72A900A5-B367-DF2B-02ED-D7E442E314F7}"/>
          </ac:spMkLst>
        </pc:spChg>
        <pc:spChg chg="add">
          <ac:chgData name="John Rea" userId="d8639818-8097-4ceb-a926-1c095acca351" providerId="ADAL" clId="{0FCD4BB8-3B4B-4ACD-9B0D-ECB696CB557E}" dt="2026-03-26T16:49:00.668" v="398" actId="26606"/>
          <ac:spMkLst>
            <pc:docMk/>
            <pc:sldMk cId="3988446711" sldId="293"/>
            <ac:spMk id="12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6:41:25.416" v="381" actId="478"/>
          <ac:spMkLst>
            <pc:docMk/>
            <pc:sldMk cId="3988446711" sldId="293"/>
            <ac:spMk id="12" creationId="{8C00EB0C-16A3-4A00-2A4E-5E7417AD7F71}"/>
          </ac:spMkLst>
        </pc:spChg>
        <pc:spChg chg="add">
          <ac:chgData name="John Rea" userId="d8639818-8097-4ceb-a926-1c095acca351" providerId="ADAL" clId="{0FCD4BB8-3B4B-4ACD-9B0D-ECB696CB557E}" dt="2026-03-26T16:49:00.668" v="398" actId="26606"/>
          <ac:spMkLst>
            <pc:docMk/>
            <pc:sldMk cId="3988446711" sldId="293"/>
            <ac:spMk id="13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6:41:29.443" v="382" actId="478"/>
          <ac:spMkLst>
            <pc:docMk/>
            <pc:sldMk cId="3988446711" sldId="293"/>
            <ac:spMk id="13" creationId="{E47919D3-599A-9A8B-2F1F-0FB7FE14C679}"/>
          </ac:spMkLst>
        </pc:spChg>
        <pc:spChg chg="add">
          <ac:chgData name="John Rea" userId="d8639818-8097-4ceb-a926-1c095acca351" providerId="ADAL" clId="{0FCD4BB8-3B4B-4ACD-9B0D-ECB696CB557E}" dt="2026-03-26T16:49:00.668" v="398" actId="26606"/>
          <ac:spMkLst>
            <pc:docMk/>
            <pc:sldMk cId="3988446711" sldId="293"/>
            <ac:spMk id="14" creationId="{00000000-0000-0000-0000-000000000000}"/>
          </ac:spMkLst>
        </pc:spChg>
        <pc:spChg chg="add">
          <ac:chgData name="John Rea" userId="d8639818-8097-4ceb-a926-1c095acca351" providerId="ADAL" clId="{0FCD4BB8-3B4B-4ACD-9B0D-ECB696CB557E}" dt="2026-03-26T16:49:00.668" v="398" actId="26606"/>
          <ac:spMkLst>
            <pc:docMk/>
            <pc:sldMk cId="3988446711" sldId="293"/>
            <ac:spMk id="15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6:41:25.416" v="381" actId="478"/>
          <ac:spMkLst>
            <pc:docMk/>
            <pc:sldMk cId="3988446711" sldId="293"/>
            <ac:spMk id="16" creationId="{12EF7074-83BF-3FE0-0034-EC40C0D72C6D}"/>
          </ac:spMkLst>
        </pc:spChg>
        <pc:spChg chg="add">
          <ac:chgData name="John Rea" userId="d8639818-8097-4ceb-a926-1c095acca351" providerId="ADAL" clId="{0FCD4BB8-3B4B-4ACD-9B0D-ECB696CB557E}" dt="2026-03-26T16:49:00.668" v="398" actId="26606"/>
          <ac:spMkLst>
            <pc:docMk/>
            <pc:sldMk cId="3988446711" sldId="293"/>
            <ac:spMk id="17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6:41:25.416" v="381" actId="478"/>
          <ac:spMkLst>
            <pc:docMk/>
            <pc:sldMk cId="3988446711" sldId="293"/>
            <ac:spMk id="17" creationId="{95510A3F-B977-C32B-3331-3C062E6B0CB6}"/>
          </ac:spMkLst>
        </pc:spChg>
        <pc:spChg chg="del mod replId">
          <ac:chgData name="John Rea" userId="d8639818-8097-4ceb-a926-1c095acca351" providerId="ADAL" clId="{0FCD4BB8-3B4B-4ACD-9B0D-ECB696CB557E}" dt="2026-03-26T16:49:00.668" v="398" actId="26606"/>
          <ac:spMkLst>
            <pc:docMk/>
            <pc:sldMk cId="3988446711" sldId="293"/>
            <ac:spMk id="18" creationId="{682F3ACD-581F-CA20-987C-8539D99BF22F}"/>
          </ac:spMkLst>
        </pc:spChg>
        <pc:spChg chg="del">
          <ac:chgData name="John Rea" userId="d8639818-8097-4ceb-a926-1c095acca351" providerId="ADAL" clId="{0FCD4BB8-3B4B-4ACD-9B0D-ECB696CB557E}" dt="2026-03-26T16:41:29.443" v="382" actId="478"/>
          <ac:spMkLst>
            <pc:docMk/>
            <pc:sldMk cId="3988446711" sldId="293"/>
            <ac:spMk id="18" creationId="{9DAD7D3A-2457-B033-35DE-C16E473D0A58}"/>
          </ac:spMkLst>
        </pc:spChg>
        <pc:spChg chg="del">
          <ac:chgData name="John Rea" userId="d8639818-8097-4ceb-a926-1c095acca351" providerId="ADAL" clId="{0FCD4BB8-3B4B-4ACD-9B0D-ECB696CB557E}" dt="2026-03-26T16:41:29.443" v="382" actId="478"/>
          <ac:spMkLst>
            <pc:docMk/>
            <pc:sldMk cId="3988446711" sldId="293"/>
            <ac:spMk id="19" creationId="{23A04FB2-954E-E83B-244A-F7B32955F46F}"/>
          </ac:spMkLst>
        </pc:spChg>
        <pc:spChg chg="add mod replId">
          <ac:chgData name="John Rea" userId="d8639818-8097-4ceb-a926-1c095acca351" providerId="ADAL" clId="{0FCD4BB8-3B4B-4ACD-9B0D-ECB696CB557E}" dt="2026-03-26T16:49:00.650" v="397" actId="26606"/>
          <ac:spMkLst>
            <pc:docMk/>
            <pc:sldMk cId="3988446711" sldId="293"/>
            <ac:spMk id="19" creationId="{43710245-7883-1B13-76C6-8F0E5061E462}"/>
          </ac:spMkLst>
        </pc:spChg>
        <pc:spChg chg="del">
          <ac:chgData name="John Rea" userId="d8639818-8097-4ceb-a926-1c095acca351" providerId="ADAL" clId="{0FCD4BB8-3B4B-4ACD-9B0D-ECB696CB557E}" dt="2026-03-26T16:41:29.443" v="382" actId="478"/>
          <ac:spMkLst>
            <pc:docMk/>
            <pc:sldMk cId="3988446711" sldId="293"/>
            <ac:spMk id="25" creationId="{D7A63633-B658-AB12-8E53-B88CF2D66B3B}"/>
          </ac:spMkLst>
        </pc:spChg>
        <pc:spChg chg="del">
          <ac:chgData name="John Rea" userId="d8639818-8097-4ceb-a926-1c095acca351" providerId="ADAL" clId="{0FCD4BB8-3B4B-4ACD-9B0D-ECB696CB557E}" dt="2026-03-26T16:41:29.443" v="382" actId="478"/>
          <ac:spMkLst>
            <pc:docMk/>
            <pc:sldMk cId="3988446711" sldId="293"/>
            <ac:spMk id="26" creationId="{F0B70D3C-64F8-E9A0-F810-B0CB15BB4BCC}"/>
          </ac:spMkLst>
        </pc:spChg>
      </pc:sldChg>
      <pc:sldChg chg="addSp delSp modSp add mod setClrOvrMap">
        <pc:chgData name="John Rea" userId="d8639818-8097-4ceb-a926-1c095acca351" providerId="ADAL" clId="{0FCD4BB8-3B4B-4ACD-9B0D-ECB696CB557E}" dt="2026-03-26T17:33:15.622" v="527" actId="20577"/>
        <pc:sldMkLst>
          <pc:docMk/>
          <pc:sldMk cId="2791736711" sldId="294"/>
        </pc:sldMkLst>
        <pc:spChg chg="add">
          <ac:chgData name="John Rea" userId="d8639818-8097-4ceb-a926-1c095acca351" providerId="ADAL" clId="{0FCD4BB8-3B4B-4ACD-9B0D-ECB696CB557E}" dt="2026-03-26T17:20:59.126" v="400" actId="26606"/>
          <ac:spMkLst>
            <pc:docMk/>
            <pc:sldMk cId="2791736711" sldId="294"/>
            <ac:spMk id="3" creationId="{00000000-0000-0000-0000-000000000000}"/>
          </ac:spMkLst>
        </pc:spChg>
        <pc:spChg chg="add">
          <ac:chgData name="John Rea" userId="d8639818-8097-4ceb-a926-1c095acca351" providerId="ADAL" clId="{0FCD4BB8-3B4B-4ACD-9B0D-ECB696CB557E}" dt="2026-03-26T17:20:59.126" v="400" actId="26606"/>
          <ac:spMkLst>
            <pc:docMk/>
            <pc:sldMk cId="2791736711" sldId="294"/>
            <ac:spMk id="4" creationId="{00000000-0000-0000-0000-000000000000}"/>
          </ac:spMkLst>
        </pc:spChg>
        <pc:spChg chg="del mod">
          <ac:chgData name="John Rea" userId="d8639818-8097-4ceb-a926-1c095acca351" providerId="ADAL" clId="{0FCD4BB8-3B4B-4ACD-9B0D-ECB696CB557E}" dt="2026-03-26T16:45:40.772" v="390" actId="478"/>
          <ac:spMkLst>
            <pc:docMk/>
            <pc:sldMk cId="2791736711" sldId="294"/>
            <ac:spMk id="4" creationId="{628D3031-8295-AE4F-1B7F-CDA4F55DAC3C}"/>
          </ac:spMkLst>
        </pc:spChg>
        <pc:spChg chg="add">
          <ac:chgData name="John Rea" userId="d8639818-8097-4ceb-a926-1c095acca351" providerId="ADAL" clId="{0FCD4BB8-3B4B-4ACD-9B0D-ECB696CB557E}" dt="2026-03-26T17:20:59.126" v="400" actId="26606"/>
          <ac:spMkLst>
            <pc:docMk/>
            <pc:sldMk cId="2791736711" sldId="294"/>
            <ac:spMk id="5" creationId="{00000000-0000-0000-0000-000000000000}"/>
          </ac:spMkLst>
        </pc:spChg>
        <pc:spChg chg="mod">
          <ac:chgData name="John Rea" userId="d8639818-8097-4ceb-a926-1c095acca351" providerId="ADAL" clId="{0FCD4BB8-3B4B-4ACD-9B0D-ECB696CB557E}" dt="2026-03-26T17:27:03.164" v="401" actId="26606"/>
          <ac:spMkLst>
            <pc:docMk/>
            <pc:sldMk cId="2791736711" sldId="294"/>
            <ac:spMk id="6" creationId="{00000000-0000-0000-0000-000000000000}"/>
          </ac:spMkLst>
        </pc:spChg>
        <pc:spChg chg="add mod">
          <ac:chgData name="John Rea" userId="d8639818-8097-4ceb-a926-1c095acca351" providerId="ADAL" clId="{0FCD4BB8-3B4B-4ACD-9B0D-ECB696CB557E}" dt="2026-03-26T17:33:15.622" v="527" actId="20577"/>
          <ac:spMkLst>
            <pc:docMk/>
            <pc:sldMk cId="2791736711" sldId="294"/>
            <ac:spMk id="7" creationId="{00000000-0000-0000-0000-000000000000}"/>
          </ac:spMkLst>
        </pc:spChg>
        <pc:spChg chg="add del">
          <ac:chgData name="John Rea" userId="d8639818-8097-4ceb-a926-1c095acca351" providerId="ADAL" clId="{0FCD4BB8-3B4B-4ACD-9B0D-ECB696CB557E}" dt="2026-03-26T17:27:03.164" v="401" actId="26606"/>
          <ac:spMkLst>
            <pc:docMk/>
            <pc:sldMk cId="2791736711" sldId="294"/>
            <ac:spMk id="8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7:27:03.164" v="401" actId="26606"/>
          <ac:spMkLst>
            <pc:docMk/>
            <pc:sldMk cId="2791736711" sldId="294"/>
            <ac:spMk id="9" creationId="{00000000-0000-0000-0000-000000000000}"/>
          </ac:spMkLst>
        </pc:spChg>
        <pc:spChg chg="add del">
          <ac:chgData name="John Rea" userId="d8639818-8097-4ceb-a926-1c095acca351" providerId="ADAL" clId="{0FCD4BB8-3B4B-4ACD-9B0D-ECB696CB557E}" dt="2026-03-26T17:27:03.164" v="401" actId="26606"/>
          <ac:spMkLst>
            <pc:docMk/>
            <pc:sldMk cId="2791736711" sldId="294"/>
            <ac:spMk id="10" creationId="{00000000-0000-0000-0000-000000000000}"/>
          </ac:spMkLst>
        </pc:spChg>
        <pc:spChg chg="add del">
          <ac:chgData name="John Rea" userId="d8639818-8097-4ceb-a926-1c095acca351" providerId="ADAL" clId="{0FCD4BB8-3B4B-4ACD-9B0D-ECB696CB557E}" dt="2026-03-26T17:27:03.164" v="401" actId="26606"/>
          <ac:spMkLst>
            <pc:docMk/>
            <pc:sldMk cId="2791736711" sldId="294"/>
            <ac:spMk id="11" creationId="{00000000-0000-0000-0000-000000000000}"/>
          </ac:spMkLst>
        </pc:spChg>
        <pc:spChg chg="add del">
          <ac:chgData name="John Rea" userId="d8639818-8097-4ceb-a926-1c095acca351" providerId="ADAL" clId="{0FCD4BB8-3B4B-4ACD-9B0D-ECB696CB557E}" dt="2026-03-26T17:27:03.164" v="401" actId="26606"/>
          <ac:spMkLst>
            <pc:docMk/>
            <pc:sldMk cId="2791736711" sldId="294"/>
            <ac:spMk id="12" creationId="{00000000-0000-0000-0000-000000000000}"/>
          </ac:spMkLst>
        </pc:spChg>
        <pc:spChg chg="add del">
          <ac:chgData name="John Rea" userId="d8639818-8097-4ceb-a926-1c095acca351" providerId="ADAL" clId="{0FCD4BB8-3B4B-4ACD-9B0D-ECB696CB557E}" dt="2026-03-26T17:27:03.164" v="401" actId="26606"/>
          <ac:spMkLst>
            <pc:docMk/>
            <pc:sldMk cId="2791736711" sldId="294"/>
            <ac:spMk id="13" creationId="{00000000-0000-0000-0000-000000000000}"/>
          </ac:spMkLst>
        </pc:spChg>
        <pc:spChg chg="add">
          <ac:chgData name="John Rea" userId="d8639818-8097-4ceb-a926-1c095acca351" providerId="ADAL" clId="{0FCD4BB8-3B4B-4ACD-9B0D-ECB696CB557E}" dt="2026-03-26T17:20:59.126" v="400" actId="26606"/>
          <ac:spMkLst>
            <pc:docMk/>
            <pc:sldMk cId="2791736711" sldId="294"/>
            <ac:spMk id="14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7:27:03.164" v="401" actId="26606"/>
          <ac:spMkLst>
            <pc:docMk/>
            <pc:sldMk cId="2791736711" sldId="294"/>
            <ac:spMk id="15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7:27:03.164" v="401" actId="26606"/>
          <ac:spMkLst>
            <pc:docMk/>
            <pc:sldMk cId="2791736711" sldId="294"/>
            <ac:spMk id="16" creationId="{00000000-0000-0000-0000-000000000000}"/>
          </ac:spMkLst>
        </pc:spChg>
        <pc:spChg chg="del">
          <ac:chgData name="John Rea" userId="d8639818-8097-4ceb-a926-1c095acca351" providerId="ADAL" clId="{0FCD4BB8-3B4B-4ACD-9B0D-ECB696CB557E}" dt="2026-03-26T17:27:03.164" v="401" actId="26606"/>
          <ac:spMkLst>
            <pc:docMk/>
            <pc:sldMk cId="2791736711" sldId="294"/>
            <ac:spMk id="17" creationId="{00000000-0000-0000-0000-000000000000}"/>
          </ac:spMkLst>
        </pc:spChg>
        <pc:spChg chg="mod replId">
          <ac:chgData name="John Rea" userId="d8639818-8097-4ceb-a926-1c095acca351" providerId="ADAL" clId="{0FCD4BB8-3B4B-4ACD-9B0D-ECB696CB557E}" dt="2026-03-26T17:20:59.104" v="399" actId="26606"/>
          <ac:spMkLst>
            <pc:docMk/>
            <pc:sldMk cId="2791736711" sldId="294"/>
            <ac:spMk id="18" creationId="{EFC66503-EC94-5BD7-A89C-F320273349C5}"/>
          </ac:spMkLst>
        </pc:spChg>
        <pc:spChg chg="add mod replId">
          <ac:chgData name="John Rea" userId="d8639818-8097-4ceb-a926-1c095acca351" providerId="ADAL" clId="{0FCD4BB8-3B4B-4ACD-9B0D-ECB696CB557E}" dt="2026-03-26T17:20:59.104" v="399" actId="26606"/>
          <ac:spMkLst>
            <pc:docMk/>
            <pc:sldMk cId="2791736711" sldId="294"/>
            <ac:spMk id="19" creationId="{BA99AF64-33CB-39A3-F555-44DC1644729F}"/>
          </ac:spMkLst>
        </pc:spChg>
      </pc:sldChg>
      <pc:sldChg chg="addSp delSp modSp add del mod setBg">
        <pc:chgData name="John Rea" userId="d8639818-8097-4ceb-a926-1c095acca351" providerId="ADAL" clId="{0FCD4BB8-3B4B-4ACD-9B0D-ECB696CB557E}" dt="2026-03-26T13:00:51.485" v="186" actId="2696"/>
        <pc:sldMkLst>
          <pc:docMk/>
          <pc:sldMk cId="2192366593" sldId="316"/>
        </pc:sldMkLst>
        <pc:spChg chg="del">
          <ac:chgData name="John Rea" userId="d8639818-8097-4ceb-a926-1c095acca351" providerId="ADAL" clId="{0FCD4BB8-3B4B-4ACD-9B0D-ECB696CB557E}" dt="2026-03-26T13:00:40.295" v="185" actId="478"/>
          <ac:spMkLst>
            <pc:docMk/>
            <pc:sldMk cId="2192366593" sldId="316"/>
            <ac:spMk id="2" creationId="{7C3A4400-9D37-776E-3B27-82682F2248CF}"/>
          </ac:spMkLst>
        </pc:spChg>
        <pc:spChg chg="add mod">
          <ac:chgData name="John Rea" userId="d8639818-8097-4ceb-a926-1c095acca351" providerId="ADAL" clId="{0FCD4BB8-3B4B-4ACD-9B0D-ECB696CB557E}" dt="2026-03-26T13:00:35.411" v="184" actId="1076"/>
          <ac:spMkLst>
            <pc:docMk/>
            <pc:sldMk cId="2192366593" sldId="316"/>
            <ac:spMk id="3" creationId="{6782245D-CFE3-60E6-AE35-4F82F02C9F9D}"/>
          </ac:spMkLst>
        </pc:spChg>
        <pc:spChg chg="del mod">
          <ac:chgData name="John Rea" userId="d8639818-8097-4ceb-a926-1c095acca351" providerId="ADAL" clId="{0FCD4BB8-3B4B-4ACD-9B0D-ECB696CB557E}" dt="2026-03-26T12:59:48.021" v="171" actId="478"/>
          <ac:spMkLst>
            <pc:docMk/>
            <pc:sldMk cId="2192366593" sldId="316"/>
            <ac:spMk id="48" creationId="{1F038D86-8B5D-04AE-9D15-43F20751F647}"/>
          </ac:spMkLst>
        </pc:spChg>
      </pc:sldChg>
      <pc:sldChg chg="addSp delSp modSp add del mod setBg delAnim">
        <pc:chgData name="John Rea" userId="d8639818-8097-4ceb-a926-1c095acca351" providerId="ADAL" clId="{0FCD4BB8-3B4B-4ACD-9B0D-ECB696CB557E}" dt="2026-03-26T13:07:24.072" v="302" actId="26606"/>
        <pc:sldMkLst>
          <pc:docMk/>
          <pc:sldMk cId="3701278045" sldId="2147483637"/>
        </pc:sldMkLst>
        <pc:spChg chg="del">
          <ac:chgData name="John Rea" userId="d8639818-8097-4ceb-a926-1c095acca351" providerId="ADAL" clId="{0FCD4BB8-3B4B-4ACD-9B0D-ECB696CB557E}" dt="2026-03-26T13:02:32.431" v="244" actId="478"/>
          <ac:spMkLst>
            <pc:docMk/>
            <pc:sldMk cId="3701278045" sldId="2147483637"/>
            <ac:spMk id="3" creationId="{19F313EA-3B1B-28A8-ABB9-E734F1F0A4EA}"/>
          </ac:spMkLst>
        </pc:spChg>
        <pc:spChg chg="add mod">
          <ac:chgData name="John Rea" userId="d8639818-8097-4ceb-a926-1c095acca351" providerId="ADAL" clId="{0FCD4BB8-3B4B-4ACD-9B0D-ECB696CB557E}" dt="2026-03-26T13:02:00.427" v="238" actId="1076"/>
          <ac:spMkLst>
            <pc:docMk/>
            <pc:sldMk cId="3701278045" sldId="2147483637"/>
            <ac:spMk id="4" creationId="{2E355766-8606-64F5-5112-8F80C8ED3441}"/>
          </ac:spMkLst>
        </pc:spChg>
        <pc:spChg chg="del mod">
          <ac:chgData name="John Rea" userId="d8639818-8097-4ceb-a926-1c095acca351" providerId="ADAL" clId="{0FCD4BB8-3B4B-4ACD-9B0D-ECB696CB557E}" dt="2026-03-26T13:02:36.829" v="245" actId="478"/>
          <ac:spMkLst>
            <pc:docMk/>
            <pc:sldMk cId="3701278045" sldId="2147483637"/>
            <ac:spMk id="20" creationId="{C43B5BD1-C905-14A0-639A-CAFE3D129328}"/>
          </ac:spMkLst>
        </pc:spChg>
        <pc:spChg chg="del mod">
          <ac:chgData name="John Rea" userId="d8639818-8097-4ceb-a926-1c095acca351" providerId="ADAL" clId="{0FCD4BB8-3B4B-4ACD-9B0D-ECB696CB557E}" dt="2026-03-26T12:58:11.009" v="161" actId="478"/>
          <ac:spMkLst>
            <pc:docMk/>
            <pc:sldMk cId="3701278045" sldId="2147483637"/>
            <ac:spMk id="21" creationId="{1BD5BEAD-B41F-472E-E61D-23DAED709E10}"/>
          </ac:spMkLst>
        </pc:spChg>
        <pc:spChg chg="del mod">
          <ac:chgData name="John Rea" userId="d8639818-8097-4ceb-a926-1c095acca351" providerId="ADAL" clId="{0FCD4BB8-3B4B-4ACD-9B0D-ECB696CB557E}" dt="2026-03-26T13:02:08.517" v="239" actId="478"/>
          <ac:spMkLst>
            <pc:docMk/>
            <pc:sldMk cId="3701278045" sldId="2147483637"/>
            <ac:spMk id="22" creationId="{ED627C02-7FAB-55A3-1010-1B0AAE95381F}"/>
          </ac:spMkLst>
        </pc:spChg>
        <pc:spChg chg="del mod">
          <ac:chgData name="John Rea" userId="d8639818-8097-4ceb-a926-1c095acca351" providerId="ADAL" clId="{0FCD4BB8-3B4B-4ACD-9B0D-ECB696CB557E}" dt="2026-03-26T12:58:36.131" v="164" actId="478"/>
          <ac:spMkLst>
            <pc:docMk/>
            <pc:sldMk cId="3701278045" sldId="2147483637"/>
            <ac:spMk id="23" creationId="{20817C41-9F91-0261-999F-2CA1A0FE4A8C}"/>
          </ac:spMkLst>
        </pc:spChg>
        <pc:picChg chg="mod">
          <ac:chgData name="John Rea" userId="d8639818-8097-4ceb-a926-1c095acca351" providerId="ADAL" clId="{0FCD4BB8-3B4B-4ACD-9B0D-ECB696CB557E}" dt="2026-03-26T13:02:41.264" v="246" actId="14100"/>
          <ac:picMkLst>
            <pc:docMk/>
            <pc:sldMk cId="3701278045" sldId="2147483637"/>
            <ac:picMk id="11" creationId="{8B9E232F-0B5D-23B9-86BD-EFA2103AB70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8696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42828-B5AF-D0C4-5B69-53F674F6B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E7AE1-798E-B485-1379-5156E20A0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572F1-C8C2-6356-DB94-26A83C0BA4D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901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AD669-2E15-5813-1E10-11E4A4414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BBFB9-EAF6-4C13-8A35-33EA60FC9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A83F9-9BE5-AF09-5C11-2FBBCF60D57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335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0932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matziq.github.io/copilot-training-docs/training8user/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E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0"/>
            <a:ext cx="54864" cy="514350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Chat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Workshop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2359152"/>
            <a:ext cx="5943600" cy="27432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248716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UI for AI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" y="352044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Rea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CSA, Microsoft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4389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438912" cy="4937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23544" y="1078992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Introductions  (5 min)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44568" y="1078992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44568" y="1078992"/>
            <a:ext cx="438912" cy="4937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4568" y="1078992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56632" y="1078992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Microsoft Copilot?  (10 min)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1645920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1645920"/>
            <a:ext cx="438912" cy="4937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1645920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3544" y="1645920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Copilot Chat  (10 min)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44568" y="1645920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44568" y="1645920"/>
            <a:ext cx="438912" cy="4937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44568" y="1645920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56632" y="1645920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Great Prompts  (10 min)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2212848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2212848"/>
            <a:ext cx="438912" cy="4937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212848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" y="2212848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Files in Copilot  (15 min)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44568" y="2212848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44568" y="2212848"/>
            <a:ext cx="438912" cy="4937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44568" y="2212848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56632" y="2212848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&amp; Practice  (25 min)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2779776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2779776"/>
            <a:ext cx="438912" cy="4937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2779776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3544" y="2779776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Tips, Tricks &amp; Best Practices  (10 min)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44568" y="2779776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44568" y="2779776"/>
            <a:ext cx="438912" cy="4937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44568" y="2779776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56632" y="2779776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(5 min)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5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Copilot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M365 Copilot is and where it lives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978908"/>
            <a:ext cx="3200400" cy="502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Copilot Chat</a:t>
            </a:r>
            <a:r>
              <a:rPr lang="en-US" sz="28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chat assistant included with your Microsoft 365 subscription — available as Copilot Chat (Basic) or M365 Copilot (Premium) with a paid license for advanced features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large language models (LLMs) from OpenAI and Anthropic (including GPT-4o and Claude), integrated with Microsoft's security and compliance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web data and general knowledge — upload files (up to 512 MB) directly for document-specific tasks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draft, summarize, analyze, and create — reducing time on repetitive tasks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every knowledge worker, not just technical users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87568" y="1115568"/>
            <a:ext cx="3063240" cy="3520440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built on three pillars: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33872" y="1755648"/>
            <a:ext cx="2743200" cy="77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833872" y="1755648"/>
            <a:ext cx="64008" cy="77724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61888" y="1792224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</a:t>
            </a:r>
            <a:endParaRPr lang="en-US" sz="1200"/>
          </a:p>
          <a:p>
            <a:pPr marL="0" indent="0" algn="l">
              <a:buNone/>
            </a:pPr>
            <a:r>
              <a:rPr lang="en-US" sz="12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(LLM)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86016" y="1792224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natural language &amp; generates intelligent responses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33872" y="2660904"/>
            <a:ext cx="2743200" cy="77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33872" y="2660904"/>
            <a:ext cx="64008" cy="77724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61888" y="269748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/>
          </a:p>
          <a:p>
            <a:pPr marL="0" indent="0" algn="l">
              <a:buNone/>
            </a:pPr>
            <a:r>
              <a:rPr lang="en-US" sz="12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86016" y="2697480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web for current information &amp; real-time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33872" y="3566160"/>
            <a:ext cx="2743200" cy="777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33872" y="3566160"/>
            <a:ext cx="64008" cy="77724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61888" y="3602736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</a:t>
            </a:r>
            <a:endParaRPr lang="en-US" sz="1200"/>
          </a:p>
          <a:p>
            <a:pPr marL="0" indent="0" algn="l">
              <a:buNone/>
            </a:pPr>
            <a:r>
              <a:rPr lang="en-US" sz="12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86016" y="3602736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within your M365 tenant — no data leaves your boundary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You </a:t>
            </a:r>
            <a:r>
              <a:rPr lang="en-US" sz="28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</a:t>
            </a: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n-US" sz="28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</a:t>
            </a: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is accessible from multiple entry points. Note: Starting April 2026, in-app access in Word, Excel, PowerPoint, and OneNote requires a paid Copilot license for large organizations (2000+ users).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26464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26464"/>
            <a:ext cx="196596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icon in left sidebar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1426464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42032" y="1426464"/>
            <a:ext cx="196596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33472" y="15727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33472" y="20665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sidebar panel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72584" y="1426464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72584" y="1426464"/>
            <a:ext cx="196596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64024" y="15727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64024" y="20665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sidebar panel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1426464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03136" y="1426464"/>
            <a:ext cx="196596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94576" y="15727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94576" y="20665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sidebar panel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862072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2862072"/>
            <a:ext cx="196596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00837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" y="35021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sidebar panel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42032" y="2862072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42032" y="2862072"/>
            <a:ext cx="196596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33472" y="300837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OneNote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633472" y="35021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sidebar panel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72584" y="2862072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72584" y="2862072"/>
            <a:ext cx="196596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64024" y="300837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764024" y="35021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sidebar panel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03136" y="2862072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03136" y="2862072"/>
            <a:ext cx="196596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94576" y="300837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Copilot.com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894576" y="35021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chat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vs. Copilot</a:t>
            </a:r>
            <a:r>
              <a:rPr lang="en-US" sz="28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Licensed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931920" cy="3749040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3931920" cy="47548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(Basic)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with your M365 subscription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Teams sidebar, M365.com, Copilot.com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in natural language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</a:t>
            </a:r>
            <a:r>
              <a:rPr lang="en-US" sz="13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r>
              <a:rPr lang="en-US" sz="130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 for document analysis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files for document tasks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general drafting, research, cross-app tasks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3931920" cy="47548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0515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(Premium)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separate Copilot license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Microsoft Graph access to emails, meetings, files, and chats</a:t>
            </a:r>
            <a:endParaRPr lang="en-US" sz="13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Copilot features inside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PowerPoint, Outlook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agents including Researcher, Analyst, and Copilot Cowork for multi-step tasks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access, faster response times, and model choice (OpenAI or Anthropic)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3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daily use across multiple M365 apps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Copilot </a:t>
            </a:r>
            <a:r>
              <a:rPr lang="en-US" sz="28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</a:t>
            </a: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(and Cannot)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931920" cy="42062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Copilot CAN 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rewrite, and summarize 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about </a:t>
            </a:r>
            <a:r>
              <a:rPr lang="en-US" sz="13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documents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3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content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structured content (agendas, plans, reports)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content and adjust tone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</a:t>
            </a:r>
            <a:r>
              <a:rPr lang="en-US" sz="13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spreadsheets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surface insights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when web grounding is enabled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3931920" cy="420624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0515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to Know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536192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100% accurate — always verify important facts (AI can hallucinate)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automatically access all your data — Copilot in Outlook can now reason over your inbox and calendar, but other apps require uploading content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take action on your behalf unless you confirm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replace human judgment on complex decisions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have real-time data unless web grounding is enabled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never used to train the AI model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Privacy: All interactions </a:t>
            </a:r>
            <a:r>
              <a:rPr lang="en-US" sz="110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protected by enterprise-grade security</a:t>
            </a:r>
            <a:r>
              <a:rPr lang="en-US" sz="1100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never used to train AI models</a:t>
            </a:r>
            <a:r>
              <a:rPr lang="en-US" sz="1100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5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Copilot Chat and your first conversation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978908"/>
            <a:ext cx="3200400" cy="502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Copilot Chat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502920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1051560" y="1170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051560" y="155448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Copilot icon in the left sidebar of Teams. Click it to open a dedicated Copilot Chat panel — available in both desktop and web versions.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7178040" y="137160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04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entry point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411480" y="2340864"/>
            <a:ext cx="8321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340864"/>
            <a:ext cx="502920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340864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/>
          </a:p>
        </p:txBody>
      </p:sp>
      <p:sp>
        <p:nvSpPr>
          <p:cNvPr id="15" name="Text 13"/>
          <p:cNvSpPr/>
          <p:nvPr/>
        </p:nvSpPr>
        <p:spPr>
          <a:xfrm>
            <a:off x="1051560" y="24323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(M365.com)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1051560" y="281635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m365.cloud.microsoft and select Copilot from the left navigation or app launcher. Works in any browser — no install required.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7178040" y="2633472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78040" y="26334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browser-only users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11480" y="3602736"/>
            <a:ext cx="8321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602736"/>
            <a:ext cx="502920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602736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/>
          </a:p>
        </p:txBody>
      </p:sp>
      <p:sp>
        <p:nvSpPr>
          <p:cNvPr id="22" name="Text 20"/>
          <p:cNvSpPr/>
          <p:nvPr/>
        </p:nvSpPr>
        <p:spPr>
          <a:xfrm>
            <a:off x="1051560" y="36941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App (copilot.cloud.microsoft)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1051560" y="407822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copilot.cloud.microsoft and sign in with your work account. Provides the full Copilot Chat experience with work data access.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7178040" y="3895344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78040" y="38953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via browser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Conversation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works like a conversation — type naturally, just as you would to a colleague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commands, no special syntax — plain English works perfectly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follow-up questions in the same chat thread; Copilot remembers context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a completely fresh start, begin a new chat — each chat keeps its own memory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specific: the more context you give, the better the response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ask Copilot to adjust its response: 'Make it shorter', 'Use bullet points', 'More formal'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097280"/>
            <a:ext cx="3200400" cy="3749040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15000" y="1170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Conversation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1645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Summarize </a:t>
            </a: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 just uploaded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15000" y="2350008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23957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Copilot: </a:t>
            </a:r>
            <a:r>
              <a:rPr lang="en-US" sz="95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covers three main areas</a:t>
            </a:r>
            <a:r>
              <a:rPr lang="en-US" sz="9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5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timeline, </a:t>
            </a:r>
            <a:r>
              <a:rPr lang="en-US" sz="9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</a:t>
            </a:r>
            <a:r>
              <a:rPr lang="en-US" sz="95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r>
              <a:rPr lang="en-US" sz="9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95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responsibilities. Here are </a:t>
            </a:r>
            <a:r>
              <a:rPr lang="en-US" sz="9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95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takeaways...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3099816"/>
            <a:ext cx="2423160" cy="594360"/>
          </a:xfrm>
          <a:prstGeom prst="roundRect">
            <a:avLst>
              <a:gd name="adj" fmla="val 12308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31455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</a:t>
            </a: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list the action items from this document?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15000" y="3941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and the conversation continues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Prompt Bar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" y="1042416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" y="1042416"/>
            <a:ext cx="64008" cy="1188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11521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149961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question or request in natural language — no special commands needed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36008" y="1042416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36008" y="1042416"/>
            <a:ext cx="64008" cy="1188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18888" y="11521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Attachment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18888" y="149961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</a:t>
            </a:r>
            <a:r>
              <a:rPr lang="en-US" sz="12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</a:t>
            </a:r>
            <a:r>
              <a:rPr lang="en-US" sz="12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left side of the prompt bar </a:t>
            </a: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attach files from </a:t>
            </a:r>
            <a:r>
              <a:rPr lang="en-US" sz="12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computer, </a:t>
            </a: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OneDrive, or </a:t>
            </a:r>
            <a:r>
              <a:rPr lang="en-US" sz="12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" y="2395728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" y="2395728"/>
            <a:ext cx="64008" cy="1188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25054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</a:t>
            </a:r>
            <a:r>
              <a:rPr lang="en-US" sz="14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(Sidebar)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285292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button in the sidebar — not inside the prompt bar. Toggle it on </a:t>
            </a: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2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</a:t>
            </a: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search the web for </a:t>
            </a:r>
            <a:r>
              <a:rPr lang="en-US" sz="12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</a:t>
            </a: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36008" y="2395728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36008" y="2395728"/>
            <a:ext cx="64008" cy="1188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18888" y="25054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18888" y="285292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microphone to speak your prompt — great for quick requests hands-free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5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Effective Prompts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and science of getting great results from Copilot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978908"/>
            <a:ext cx="3200400" cy="502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 Great Prompt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GCSE Framework to craft clear, effective prompts every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920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920240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 Copilot to do?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291840"/>
            <a:ext cx="1737360" cy="27432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"Draft a reply email..."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96312" y="1417320"/>
            <a:ext cx="1920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96312" y="1417320"/>
            <a:ext cx="1920240" cy="685800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96312" y="14173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090672" y="141732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87752" y="21945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need it? What's the situation?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87752" y="3291840"/>
            <a:ext cx="1737360" cy="27432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87752" y="3383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87752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"...declining a Thursday meeting..."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81144" y="1417320"/>
            <a:ext cx="1920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81144" y="1417320"/>
            <a:ext cx="1920240" cy="68580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81144" y="14173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175504" y="141732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72584" y="21945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or files should it use?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72584" y="3291840"/>
            <a:ext cx="1737360" cy="27432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72584" y="3383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72584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"...based on my calendar and the attached brief"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65976" y="1417320"/>
            <a:ext cx="1920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665976" y="1417320"/>
            <a:ext cx="1920240" cy="6858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65976" y="14173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7260336" y="141732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57416" y="21945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length, tone, audience?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757416" y="3291840"/>
            <a:ext cx="1737360" cy="27432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57416" y="3383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57416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"...in 3 short paragraphs, professional tone"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Examples: Weak vs. Strong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3931920" cy="384048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Prompt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28032" y="1005840"/>
            <a:ext cx="3913632" cy="38404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65192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Prompt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481328"/>
            <a:ext cx="3931920" cy="1042416"/>
          </a:xfrm>
          <a:prstGeom prst="rect">
            <a:avLst/>
          </a:prstGeom>
          <a:solidFill>
            <a:srgbClr val="FFF4F4"/>
          </a:solidFill>
          <a:ln w="12700">
            <a:solidFill>
              <a:srgbClr val="F4A9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64008" cy="1042416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an email"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79392" y="1755648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28032" y="1481328"/>
            <a:ext cx="3913632" cy="1042416"/>
          </a:xfrm>
          <a:prstGeom prst="rect">
            <a:avLst/>
          </a:prstGeom>
          <a:solidFill>
            <a:srgbClr val="F0FFF0"/>
          </a:solidFill>
          <a:ln w="12700">
            <a:solidFill>
              <a:srgbClr val="86C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28032" y="1481328"/>
            <a:ext cx="64008" cy="1042416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1536192"/>
            <a:ext cx="3657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"Draft a professional email to my manager requesting approval for a $5,000 training budget. Keep it to 3 short paragraphs and use a respectful, business-casual tone."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651760"/>
            <a:ext cx="3931920" cy="1042416"/>
          </a:xfrm>
          <a:prstGeom prst="rect">
            <a:avLst/>
          </a:prstGeom>
          <a:solidFill>
            <a:srgbClr val="FFF4F4"/>
          </a:solidFill>
          <a:ln w="12700">
            <a:solidFill>
              <a:srgbClr val="F4A9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2651760"/>
            <a:ext cx="64008" cy="1042416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" y="272491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this"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79392" y="292608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828032" y="2651760"/>
            <a:ext cx="3913632" cy="1042416"/>
          </a:xfrm>
          <a:prstGeom prst="rect">
            <a:avLst/>
          </a:prstGeom>
          <a:solidFill>
            <a:srgbClr val="F0FFF0"/>
          </a:solidFill>
          <a:ln w="12700">
            <a:solidFill>
              <a:srgbClr val="86C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28032" y="2651760"/>
            <a:ext cx="64008" cy="1042416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2706624"/>
            <a:ext cx="3657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the attached project brief in 5 bullet points, focusing on scope, timeline, and budget. Write it for a non-technical executive audience."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3822192"/>
            <a:ext cx="3931920" cy="1042416"/>
          </a:xfrm>
          <a:prstGeom prst="rect">
            <a:avLst/>
          </a:prstGeom>
          <a:solidFill>
            <a:srgbClr val="FFF4F4"/>
          </a:solidFill>
          <a:ln w="12700">
            <a:solidFill>
              <a:srgbClr val="F4A9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3822192"/>
            <a:ext cx="64008" cy="1042416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" y="389534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"Help me with my meeting"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79392" y="409651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828032" y="3822192"/>
            <a:ext cx="3913632" cy="1042416"/>
          </a:xfrm>
          <a:prstGeom prst="rect">
            <a:avLst/>
          </a:prstGeom>
          <a:solidFill>
            <a:srgbClr val="F0FFF0"/>
          </a:solidFill>
          <a:ln w="12700">
            <a:solidFill>
              <a:srgbClr val="86C8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28032" y="3822192"/>
            <a:ext cx="64008" cy="1042416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3877056"/>
            <a:ext cx="3657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5-item agenda for a 30-minute kickoff meeting for a new CRM implementation project. Include time allocations for each item."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Refinement — Iterating for Better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rarely need a perfect prompt on the first try. Copilot is designed for back-and-forth conversation.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64008" cy="6217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499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format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bullets, paragraphs, tables, or numbered lists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0" y="1536192"/>
            <a:ext cx="5943600" cy="438912"/>
          </a:xfrm>
          <a:prstGeom prst="rect">
            <a:avLst/>
          </a:prstGeom>
          <a:solidFill>
            <a:srgbClr val="EBF3FB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80360" y="153619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0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 you put that in a table instead?"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157984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157984"/>
            <a:ext cx="64008" cy="6217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more detail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487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deeper into any part of the response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0" y="2249424"/>
            <a:ext cx="5943600" cy="438912"/>
          </a:xfrm>
          <a:prstGeom prst="rect">
            <a:avLst/>
          </a:prstGeom>
          <a:solidFill>
            <a:srgbClr val="EBF3FB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80360" y="224942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0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"Expand on the second point about timeline risks"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2871216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871216"/>
            <a:ext cx="64008" cy="6217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tone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200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between formal, casual, executive-level, or technical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0" y="2962656"/>
            <a:ext cx="5943600" cy="438912"/>
          </a:xfrm>
          <a:prstGeom prst="rect">
            <a:avLst/>
          </a:prstGeom>
          <a:solidFill>
            <a:srgbClr val="EBF3FB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80360" y="2962656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0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"Make this sound more casual and friendly"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" y="3584448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3584448"/>
            <a:ext cx="64008" cy="6217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shorter version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913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more concise output when brevity matters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0" y="3675888"/>
            <a:ext cx="5943600" cy="438912"/>
          </a:xfrm>
          <a:prstGeom prst="rect">
            <a:avLst/>
          </a:prstGeom>
          <a:solidFill>
            <a:srgbClr val="EBF3FB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80360" y="367588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0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"Shorten this to 3 bullet points maximum"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297680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4297680"/>
            <a:ext cx="64008" cy="6217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4352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different angle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4626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the response for a different audience or viewpoint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0" y="4389120"/>
            <a:ext cx="5943600" cy="438912"/>
          </a:xfrm>
          <a:prstGeom prst="rect">
            <a:avLst/>
          </a:prstGeom>
          <a:solidFill>
            <a:srgbClr val="EBF3FB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880360" y="438912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0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"Approach this from the customer's perspective instead"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Prompt Mistakes to Avoid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39319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9319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64008" cy="1133856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07899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vague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463040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 "Help me with work"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1737360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Be specific about the task, output type, and audience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44568" y="1078992"/>
            <a:ext cx="39319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44568" y="1078992"/>
            <a:ext cx="39319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44568" y="1078992"/>
            <a:ext cx="64008" cy="1133856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07899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463040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 "Write a proposal"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737360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Include the project name, audience, goals, and any constraints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359152"/>
            <a:ext cx="39319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359152"/>
            <a:ext cx="39319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359152"/>
            <a:ext cx="64008" cy="1133856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" y="235915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it like a search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" y="2743200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 "Q2 report budget numbers"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" y="3017520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Ask in full sentences: 'What were the Q2 budget figures from my Finance team report?'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44568" y="2359152"/>
            <a:ext cx="39319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44568" y="2359152"/>
            <a:ext cx="39319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44568" y="2359152"/>
            <a:ext cx="64008" cy="1133856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235915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magic on complex tasks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2743200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 "Write my entire presentation"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3017520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Break it down: start with an outline, then draft each section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639312"/>
            <a:ext cx="39319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3639312"/>
            <a:ext cx="39319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3639312"/>
            <a:ext cx="64008" cy="1133856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76072" y="363931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verifying output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6072" y="4023360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 Copying Copilot's answer directly into a report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" y="4297680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Always review and fact-check key figures, dates, and names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44568" y="3639312"/>
            <a:ext cx="39319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44568" y="3639312"/>
            <a:ext cx="39319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44568" y="3639312"/>
            <a:ext cx="64008" cy="1133856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9160" y="363931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up after one attempt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09160" y="4023360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 "It didn't understand me"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9160" y="4297680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Refine your prompt — add more context or rephrase the request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5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Files in Copilot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Attach, analyze, compare, and create content from your documents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978908"/>
            <a:ext cx="3200400" cy="502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Working with Files in Copilot Chat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can read, analyze, and create content based on documents </a:t>
            </a:r>
            <a:r>
              <a:rPr lang="en-US" sz="13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upload directly to the chat</a:t>
            </a: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6400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645920"/>
            <a:ext cx="347472" cy="347472"/>
          </a:xfrm>
          <a:prstGeom prst="ellipse">
            <a:avLst/>
          </a:prstGeom>
          <a:solidFill>
            <a:srgbClr val="C7E0F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9848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" y="18288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 from OneDrive via the attachment button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6400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450592"/>
            <a:ext cx="347472" cy="347472"/>
          </a:xfrm>
          <a:prstGeom prst="ellipse">
            <a:avLst/>
          </a:prstGeom>
          <a:solidFill>
            <a:srgbClr val="C7E0F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9848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9848" y="26334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SharePoint via the attachment button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090672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090672"/>
            <a:ext cx="6400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" y="3255264"/>
            <a:ext cx="347472" cy="347472"/>
          </a:xfrm>
          <a:prstGeom prst="ellipse">
            <a:avLst/>
          </a:prstGeom>
          <a:solidFill>
            <a:srgbClr val="C7E0F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69848" y="3163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Files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69848" y="34381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 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 Teams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the attachment button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895344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3895344"/>
            <a:ext cx="6400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4360" y="4059936"/>
            <a:ext cx="347472" cy="347472"/>
          </a:xfrm>
          <a:prstGeom prst="ellipse">
            <a:avLst/>
          </a:prstGeom>
          <a:solidFill>
            <a:srgbClr val="C7E0F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69848" y="3968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Upload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69848" y="42428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directly from your computer via the attachment button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23560" y="1481328"/>
            <a:ext cx="3108960" cy="3566160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60720" y="16276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with files: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60720" y="205740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documents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 information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multiple files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content from a brief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spreadsheet data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Q&amp;A about documents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Attach a 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" y="1216152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133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Attachment Icon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081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Copilot Chat prompt bar, click the paperclip / attachment icon to the left of the text input field.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82880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" y="1965960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883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Source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1579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from: Browse OneDrive files, Search SharePoint, Browse files from a Teams channel, or Upload from your local computer.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578608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" y="271576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File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9077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and select the file you want. Supported types: Word (.docx), Excel (.xlsx), PowerPoint (.pptx), PDF (.pdf), text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(.txt), images (.png, .jpeg), and data 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(.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.json, .md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3328416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" y="3465576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Prompt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6576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 appears as an attachment badge above the prompt bar. Type your request and send — Copilot reads the file and responds.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4078224"/>
            <a:ext cx="8321040" cy="658368"/>
          </a:xfrm>
          <a:prstGeom prst="rect">
            <a:avLst/>
          </a:prstGeom>
          <a:solidFill>
            <a:srgbClr val="F0F8FF"/>
          </a:solidFill>
          <a:ln w="12700">
            <a:solidFill>
              <a:srgbClr val="0078D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" y="4215384"/>
            <a:ext cx="384048" cy="384048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Link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4074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paste a SharePoint or OneDrive sharing link directly into the chat to reference a file without uploading it.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 Document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turn long documents into concise summaries — without reading every word.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any Word doc, PDF, or PowerPoint file to the Copilot Chat prompt bar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any summary format: executive overview, bullet points, section-by-section breakdown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your audience so Copilot adjusts the reading level and terminology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follow-up questions directly about the document in the same conversation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4930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prompts: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5029200" cy="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3867912"/>
            <a:ext cx="5029200" cy="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3877056"/>
            <a:ext cx="5029200" cy="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3886200"/>
            <a:ext cx="5029200" cy="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382219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"Summarize this document in 5 bullet points."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"Give me the key takeaways from this report."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this document about? Give me a 2-sentence overview."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"Summarize each section of this proposal separately."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1389888"/>
            <a:ext cx="3200400" cy="3547872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0" y="1554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15000" y="196596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summaries in different formats on the same document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audience: 'for a non-technical audience' or 'for the board'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one-paragraph and a one-page version to compare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review the summary against the original for critical documents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Information from Files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Copilot to find, list, and pull out specific information from any document — no manual searching required.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8321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specific types of data — action items, names, dates, deadlines, decisions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Copilot to find information it cannot directly 'see' — it reads the whole document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long meeting notes, contracts, reports, and proposals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present extracted data as a list, table, or formatted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1272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extraction prompts: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511296"/>
            <a:ext cx="4160520" cy="640080"/>
          </a:xfrm>
          <a:prstGeom prst="rect">
            <a:avLst/>
          </a:prstGeom>
          <a:solidFill>
            <a:srgbClr val="EBF3FB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11880" y="3584448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35844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21208" y="360273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are the action items and who owns them in this meeting notes doc?"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82312" y="3511296"/>
            <a:ext cx="4160520" cy="640080"/>
          </a:xfrm>
          <a:prstGeom prst="rect">
            <a:avLst/>
          </a:prstGeom>
          <a:solidFill>
            <a:srgbClr val="EBF3FB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82712" y="3584448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82712" y="35844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92040" y="360273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 all dates and deadlines mentioned in this document."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261104"/>
            <a:ext cx="4160520" cy="640080"/>
          </a:xfrm>
          <a:prstGeom prst="rect">
            <a:avLst/>
          </a:prstGeom>
          <a:solidFill>
            <a:srgbClr val="EBF3FB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11880" y="4334256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11880" y="43342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21208" y="435254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"Find all mentions of [vendor name] and summarize what was said."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82312" y="4261104"/>
            <a:ext cx="4160520" cy="640080"/>
          </a:xfrm>
          <a:prstGeom prst="rect">
            <a:avLst/>
          </a:prstGeom>
          <a:solidFill>
            <a:srgbClr val="EBF3FB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82712" y="4334256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82712" y="43342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Recap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92040" y="435254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decisions were made in this document?"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Multiple Documents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can analyze two or more documents side by side — surfacing differences, similarities, and gaps.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3774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377440" cy="4114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v1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Deliverables A, B, C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$250,000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6 months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99% uptime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clause: Yes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88920" y="27432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01568" y="1417320"/>
            <a:ext cx="23774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01568" y="1417320"/>
            <a:ext cx="2377440" cy="41148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93008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93008" y="1901952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v2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Deliverables A, B, C, 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$310,000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8 months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99.5% uptime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clause: No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1417320"/>
            <a:ext cx="2743200" cy="3383280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89320" y="1417320"/>
            <a:ext cx="2743200" cy="411480"/>
          </a:xfrm>
          <a:prstGeom prst="rect">
            <a:avLst/>
          </a:prstGeom>
          <a:solidFill>
            <a:srgbClr val="003567"/>
          </a:solidFill>
          <a:ln w="12700">
            <a:solidFill>
              <a:srgbClr val="0035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076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Comparison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2212848"/>
            <a:ext cx="2487168" cy="658368"/>
          </a:xfrm>
          <a:prstGeom prst="rect">
            <a:avLst/>
          </a:prstGeom>
          <a:solidFill>
            <a:srgbClr val="001D3D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44768" y="2231136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"Compare these two contracts and highlight the main differences in scope and pricing."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8076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comparing: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32918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versions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 from vendors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revisions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Content Based on a 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can use an existing document as source material to create entirely new content.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8321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source file (brief, report, research paper, notes) and ask Copilot to create from it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repurposing content — turn a report into a summary, a brief into a proposal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target audience and format for best results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draws only from the content of your file — it will not add information it does not have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3035808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3035808"/>
            <a:ext cx="1188720" cy="603504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303580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3035808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39112" y="309067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3-paragraph summary for non-technical audience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3108960"/>
            <a:ext cx="4754880" cy="457200"/>
          </a:xfrm>
          <a:prstGeom prst="rect">
            <a:avLst/>
          </a:prstGeom>
          <a:solidFill>
            <a:srgbClr val="EBF3FB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0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"Draft a 3-paragraph summary of this research paper for a general business audience."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739896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3739896"/>
            <a:ext cx="1188720" cy="603504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73989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3739896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39112" y="379476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Client-ready project overview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3813048"/>
            <a:ext cx="4754880" cy="457200"/>
          </a:xfrm>
          <a:prstGeom prst="rect">
            <a:avLst/>
          </a:prstGeom>
          <a:solidFill>
            <a:srgbClr val="EBF3FB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26280" y="38130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0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"Based on this project brief, write a 2-page overview suitable for a client presentation."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443984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4443984"/>
            <a:ext cx="1188720" cy="603504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44398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4443984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39112" y="449884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action plan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4517136"/>
            <a:ext cx="4754880" cy="457200"/>
          </a:xfrm>
          <a:prstGeom prst="rect">
            <a:avLst/>
          </a:prstGeom>
          <a:solidFill>
            <a:srgbClr val="EBF3FB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26280" y="4517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04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"Turn these meeting notes into a structured action plan with owners and due dates."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Spreadsheet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</a:t>
            </a: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Excel file and ask Copilot</a:t>
            </a:r>
            <a:r>
              <a:rPr lang="en-US" sz="13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</a:t>
            </a: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analyze trends, compare values, or explain what the data means.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</a:t>
            </a:r>
            <a:r>
              <a:rPr lang="en-US" sz="14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read structured data from Excel (.xlsx) files </a:t>
            </a:r>
            <a:r>
              <a:rPr lang="en-US" sz="14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chat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identify trends, outliers, top performers, or calculate differences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narrative explanations — great for turning raw numbers into insights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sales reports, budget summaries, KPI tracking files, survey results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4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</a:t>
            </a:r>
            <a:r>
              <a:rPr lang="en-US" sz="14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breaking your questions into smaller, focused prompts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389888"/>
            <a:ext cx="3200400" cy="3703320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15000" y="1554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Prompts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87568" y="1975104"/>
            <a:ext cx="2926080" cy="621792"/>
          </a:xfrm>
          <a:prstGeom prst="rect">
            <a:avLst/>
          </a:prstGeom>
          <a:solidFill>
            <a:srgbClr val="001D3D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0" y="2020824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"Analyze this sales data and tell me which region had the highest growth."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87568" y="2706624"/>
            <a:ext cx="2926080" cy="621792"/>
          </a:xfrm>
          <a:prstGeom prst="rect">
            <a:avLst/>
          </a:prstGeom>
          <a:solidFill>
            <a:srgbClr val="001D3D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0" y="2752344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are the top 3 products by revenue in Q4?"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87568" y="3438144"/>
            <a:ext cx="2926080" cy="621792"/>
          </a:xfrm>
          <a:prstGeom prst="rect">
            <a:avLst/>
          </a:prstGeom>
          <a:solidFill>
            <a:srgbClr val="001D3D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0" y="3483864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"Are there any anomalies or outliers in this dataset?"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87568" y="4169664"/>
            <a:ext cx="2926080" cy="621792"/>
          </a:xfrm>
          <a:prstGeom prst="rect">
            <a:avLst/>
          </a:prstGeom>
          <a:solidFill>
            <a:srgbClr val="001D3D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0" y="4215384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a 3-sentence narrative summary of these monthly figures."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4074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For complex Excel analysis (pivot tables, formulas), use Copilot inside Excel for best results.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Tips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3931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93192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078992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517904"/>
            <a:ext cx="37124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(.docx), Excel (.xlsx), PowerPoint (.pptx)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(.pdf), Plain text (.txt</a:t>
            </a:r>
            <a:r>
              <a:rPr lang="en-US" sz="12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Images (.png, .jpeg), Data (.csv, .json, .md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must be readable text — image-only PDFs may not 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44568" y="1078992"/>
            <a:ext cx="3931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44568" y="1078992"/>
            <a:ext cx="3931920" cy="384048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54296" y="1078992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54296" y="1517904"/>
            <a:ext cx="37124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file size</a:t>
            </a:r>
            <a:r>
              <a:rPr lang="en-US" sz="12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 to </a:t>
            </a:r>
            <a:r>
              <a:rPr lang="en-US" sz="12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MB per prompt for licensed M365 Copilot users; 50 MB per file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2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Copilot Chat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files may be truncated — use excerpts for very long docs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text-rich files give the best results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999232"/>
            <a:ext cx="3931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999232"/>
            <a:ext cx="3931920" cy="38404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2999232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3438144"/>
            <a:ext cx="37124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and SharePoint files require you to have view access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cannot access files you do not have permission to see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uploads are processed securely and not retained after the session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44568" y="2999232"/>
            <a:ext cx="3931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44568" y="2999232"/>
            <a:ext cx="3931920" cy="38404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54296" y="2999232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54296" y="3438144"/>
            <a:ext cx="37124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files are processed within your Microsoft 365 tenant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content is not used to train Copilot AI models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follow your organization's data classification policies — do not upload confidential files not approved for AI processing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35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Try It! – Demo Prompts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prompts to practice during this session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978908"/>
            <a:ext cx="3200400" cy="502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Set 1 — General Productivity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and try these prompts directly in Copilot Chat: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47472" cy="6126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426464"/>
            <a:ext cx="7754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"Summarize my emails from the last 3 days and flag any urgent items related to our distributor network or upcoming trade promotions."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93976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093976"/>
            <a:ext cx="347472" cy="6126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093976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148840"/>
            <a:ext cx="7754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"Draft a professional email to our regional distributor declining their proposed price increase and requesting a meeting to discuss alternatives."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816352"/>
            <a:ext cx="347472" cy="6126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816352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871216"/>
            <a:ext cx="7754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a concise executive summary of the following brewery operations update for our leadership team: [paste text here]"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538728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538728"/>
            <a:ext cx="347472" cy="6126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538728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593592"/>
            <a:ext cx="7754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 a 5-item agenda for a 30-minute kickoff meeting for our summer seasonal SKU launch."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261104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4261104"/>
            <a:ext cx="347472" cy="6126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4261104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4315968"/>
            <a:ext cx="7754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"Help me rewrite this paragraph from our quarterly trade partner update to be more concise and professional: [paste paragraph here]"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Set 2 — Working with Files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sample documents provided, then try each prompt below: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47472" cy="61264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42646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"Summarize this distributor agreement in 5 bullet points highlighting key terms, volume commitments, and exclusivity clauses."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36408" y="15179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36408" y="15179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[attach distributor agreement]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093976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093976"/>
            <a:ext cx="347472" cy="61264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093976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1488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are all the action items and owners from these S&amp;OP (Sales &amp; Operations Planning) meeting notes?"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36408" y="224028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36408" y="22402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[attach S&amp;OP meeting notes]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816352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816352"/>
            <a:ext cx="347472" cy="61264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816352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287121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"Compare these two retail shelf placement proposals and highlight differences in display space, promotional investment, and timeline."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36408" y="2962656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36408" y="29626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[attach 2 proposals]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3538728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3538728"/>
            <a:ext cx="347472" cy="61264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538728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5935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"Based on this brand brief for our new craft lager launch, draft a 3-paragraph overview for a retail partner presentation."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36408" y="3685032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36408" y="3685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[attach brand brief]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4261104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4261104"/>
            <a:ext cx="347472" cy="61264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4261104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431596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"Extract all compliance deadlines, labeling requirements, and regulatory milestones mentioned in this document."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36408" y="440740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36408" y="44074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[attach regulatory doc]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Set 3 — </a:t>
            </a:r>
            <a:r>
              <a:rPr lang="en-US" sz="28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Research </a:t>
            </a: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28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prompts </a:t>
            </a:r>
            <a:r>
              <a:rPr lang="en-US" sz="1300" i="1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</a:t>
            </a: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</a:t>
            </a:r>
            <a:r>
              <a:rPr lang="en-US" sz="1300" i="1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Chat's web grounding </a:t>
            </a: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300" i="1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capabilities</a:t>
            </a: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6B2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47472" cy="612648"/>
          </a:xfrm>
          <a:prstGeom prst="rect">
            <a:avLst/>
          </a:prstGeom>
          <a:solidFill>
            <a:srgbClr val="6B2DA0"/>
          </a:solidFill>
          <a:ln w="12700">
            <a:solidFill>
              <a:srgbClr val="6B2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426464"/>
            <a:ext cx="7754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10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the latest trends in sustainable packaging for </a:t>
            </a: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</a:t>
            </a:r>
            <a:r>
              <a:rPr lang="en-US" sz="110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beverage industry and summarize </a:t>
            </a: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</a:t>
            </a:r>
            <a:r>
              <a:rPr lang="en-US" sz="110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5 innovations</a:t>
            </a: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93976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6B2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093976"/>
            <a:ext cx="347472" cy="612648"/>
          </a:xfrm>
          <a:prstGeom prst="rect">
            <a:avLst/>
          </a:prstGeom>
          <a:solidFill>
            <a:srgbClr val="6B2DA0"/>
          </a:solidFill>
          <a:ln w="12700">
            <a:solidFill>
              <a:srgbClr val="6B2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093976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148840"/>
            <a:ext cx="7754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"Draft a </a:t>
            </a:r>
            <a:r>
              <a:rPr lang="en-US" sz="110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professional LinkedIn post announcing </a:t>
            </a: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</a:t>
            </a:r>
            <a:r>
              <a:rPr lang="en-US" sz="110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company's participation in an upcoming industry trade show</a:t>
            </a: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6B2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816352"/>
            <a:ext cx="347472" cy="612648"/>
          </a:xfrm>
          <a:prstGeom prst="rect">
            <a:avLst/>
          </a:prstGeom>
          <a:solidFill>
            <a:srgbClr val="6B2DA0"/>
          </a:solidFill>
          <a:ln w="12700">
            <a:solidFill>
              <a:srgbClr val="6B2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816352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871216"/>
            <a:ext cx="7754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</a:t>
            </a:r>
            <a:r>
              <a:rPr lang="en-US" sz="110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 </a:t>
            </a: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</a:t>
            </a:r>
            <a:r>
              <a:rPr lang="en-US" sz="110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 and cons of switching from glass bottles to aluminum cans for craft beer distribution</a:t>
            </a: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538728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6B2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538728"/>
            <a:ext cx="347472" cy="612648"/>
          </a:xfrm>
          <a:prstGeom prst="rect">
            <a:avLst/>
          </a:prstGeom>
          <a:solidFill>
            <a:srgbClr val="6B2DA0"/>
          </a:solidFill>
          <a:ln w="12700">
            <a:solidFill>
              <a:srgbClr val="6B2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538728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593592"/>
            <a:ext cx="7754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 a </a:t>
            </a:r>
            <a:r>
              <a:rPr lang="en-US" sz="110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SWOT analysis template for evaluating a new market entry opportunity in the Pacific Northwest</a:t>
            </a: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261104"/>
            <a:ext cx="8321040" cy="612648"/>
          </a:xfrm>
          <a:prstGeom prst="rect">
            <a:avLst/>
          </a:prstGeom>
          <a:solidFill>
            <a:srgbClr val="001D3D"/>
          </a:solidFill>
          <a:ln w="12700">
            <a:solidFill>
              <a:srgbClr val="6B2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4261104"/>
            <a:ext cx="347472" cy="612648"/>
          </a:xfrm>
          <a:prstGeom prst="rect">
            <a:avLst/>
          </a:prstGeom>
          <a:solidFill>
            <a:srgbClr val="6B2DA0"/>
          </a:solidFill>
          <a:ln w="12700">
            <a:solidFill>
              <a:srgbClr val="6B2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4261104"/>
            <a:ext cx="347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4315968"/>
            <a:ext cx="7754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10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brief competitive landscape overview of </a:t>
            </a: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</a:t>
            </a:r>
            <a:r>
              <a:rPr lang="en-US" sz="110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craft beer market, focusing on distribution trends in 2026</a:t>
            </a:r>
            <a:r>
              <a:rPr lang="en-US" sz="1100" dirty="0">
                <a:solidFill>
                  <a:srgbClr val="C7E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."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35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Tips, security guidance, and how to decide when to use Copilot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978908"/>
            <a:ext cx="3200400" cy="502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Tips for Getting the Most from Copilot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1832" y="1078992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— include context, audience, and desired format in every prompt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83794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" y="1837944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GCSE framework: Goal, Context, Source, Expectation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59689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2752344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" y="2596896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— refine your prompt if the first response isn't quite right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35584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3511296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3355848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chats for unrelated topics to avoid confusion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411480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4270248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1832" y="411480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review AI-generated content before sharing or submitting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82312" y="107899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73752" y="1234440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3752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12664" y="1078992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 directly to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</a:t>
            </a:r>
            <a:r>
              <a:rPr lang="en-US" sz="115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copy-pasting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15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results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82312" y="183794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73752" y="1993392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73752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12664" y="1837944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files instead of copy-pasting — it handles large documents better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82312" y="259689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73752" y="2752344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73752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12664" y="2596896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Chat to prepare for meetings by </a:t>
            </a:r>
            <a:r>
              <a:rPr lang="en-US" sz="115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researching topics and drafting agendas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82312" y="335584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73752" y="3511296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73752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12664" y="3355848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prompts that work well — build a personal prompt library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82312" y="411480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73752" y="4270248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73752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12664" y="411480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issues and share feedback to help improve Copilot for your organization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Security &amp; Privacy: What You Need to Know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64008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33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 your tenant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99032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Copilot interactions occur within your organization's Microsoft 365 environment. Your data never leaves your tenant or goes to shared AI training pools.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847088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847088"/>
            <a:ext cx="64008" cy="658368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not used to train Copilot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167128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does not use your organizational data, prompts, or responses to improve or train the underlying AI models. Your content remains yours.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615184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615184"/>
            <a:ext cx="64008" cy="658368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670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are respected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93522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can only access data you already have permission to see. It cannot escalate privileges or access files outside your normal M365 permissions.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38328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383280"/>
            <a:ext cx="64008" cy="65836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438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boundaries apply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703320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operates within your organization's existing compliance policies — including retention, eDiscovery, and data loss prevention (DLP) rules.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4151376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4151376"/>
            <a:ext cx="64008" cy="658368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your data classification policies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471416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input highly confidential or regulated data that is not approved for AI processing. Check your organization's AI acceptable use policy.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vs. Search vs. Ask a Colleague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a powerful tool — but it's not always the right one. Here's a quick guide: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6060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06040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When...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47672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Drafting, summarizing, or rewriting content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insights from </a:t>
            </a:r>
            <a:r>
              <a:rPr lang="en-US" sz="12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documents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r>
              <a:rPr lang="en-US" sz="12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content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first drafts quickly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or analyzing documents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agendas, plans, or structured content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060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06040" cy="457200"/>
          </a:xfrm>
          <a:prstGeom prst="rect">
            <a:avLst/>
          </a:prstGeom>
          <a:solidFill>
            <a:srgbClr val="6B2DA0"/>
          </a:solidFill>
          <a:ln w="12700">
            <a:solidFill>
              <a:srgbClr val="6B2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Search When...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947672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specific document you know exists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a policy, form, or process doc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current news or external content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known file by name or keyword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precise results from structured databases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417320"/>
            <a:ext cx="26060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89320" y="1417320"/>
            <a:ext cx="2606040" cy="4572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Colleague When...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1947672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requires organizational judgment or politics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someone who was 'in the room'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topic requires accountability or sign-off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relationship matters more than getting the answer fast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topic is sensitive or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35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next and how to keep learning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978908"/>
            <a:ext cx="3200400" cy="502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Next for Microsoft Copilot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evolves rapidly — Microsoft releases updates monthly. Here's what's on the horizon: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64008" cy="6126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6072" y="15544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18488" y="1444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18488" y="17099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Cowork (Wave 3) launched March 2026 — enables 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tasks across M365 apps. Requires a Copilot license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103120"/>
            <a:ext cx="83210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103120"/>
            <a:ext cx="64008" cy="6126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6072" y="226771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18488" y="2157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File Types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18488" y="242316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supports images (.png, .jpeg), data files (.csv, .json, .md), and search grounding 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formats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2816352"/>
            <a:ext cx="83210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816352"/>
            <a:ext cx="64008" cy="6126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6072" y="2980944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" y="2980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18488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Copilot Customization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18488" y="313639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IQ is now rolling out — 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role, writing style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work patterns for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personalized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" y="3529584"/>
            <a:ext cx="83210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3529584"/>
            <a:ext cx="64008" cy="6126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6072" y="3694176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6B2DA0"/>
          </a:solidFill>
          <a:ln w="12700">
            <a:solidFill>
              <a:srgbClr val="6B2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6072" y="3694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Out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18488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SharePoint &amp; Viva Integration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18488" y="384962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list and site grounding is now available in 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deeper 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rolling out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242816"/>
            <a:ext cx="83210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4242816"/>
            <a:ext cx="64008" cy="6126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76072" y="4407408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6B2DA0"/>
          </a:solidFill>
          <a:ln w="12700">
            <a:solidFill>
              <a:srgbClr val="6B2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6072" y="4407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Out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618488" y="4297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Meeting Intelligence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618488" y="45628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post-meeting summaries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action item tracking and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</a:t>
            </a:r>
            <a:r>
              <a:rPr lang="en-US" sz="115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now available for licensed users</a:t>
            </a: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64008" cy="7132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24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Adoption Hub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microsoft.com/en-us/microsoft-365/copilot/microsoft-365-copilot-adoption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527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Microsoft resource for training materials, quick-start guides, scenario libraries, and adoption best practices.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1901952"/>
            <a:ext cx="64008" cy="7132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9476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Prompt Gallery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1762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</a:t>
            </a:r>
            <a:r>
              <a:rPr lang="en-US" sz="105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.cloud.microsoft/</a:t>
            </a:r>
            <a:r>
              <a:rPr lang="en-US" sz="105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copilot-prompts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3500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library of prompts organized by role and task. Browse, copy, and customize for your needs.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724912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724912"/>
            <a:ext cx="64008" cy="7132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770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Champions Network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29992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IT team about the internal Copilot Champions network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trained Copilot champions in your organization for peer support, tips, and shared learning.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602736"/>
            <a:ext cx="8321040" cy="384048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60273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step: Complete 3 Copilot prompts in the next 24 hours. Practice is the fastest way to build confidence.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5C8DF-3A2A-7345-DCAB-B2947BE6F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Tips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1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74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Plain Text Output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74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want clean, copy-ready output, add this to your prompt: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1005840" y="1874520"/>
            <a:ext cx="7497696" cy="457200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C7E0F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“Output the results only as a block of plain text. Do not include any other text. Always treat the block of plain text as a block of code that uses text as the code language. Always include a copy button to copy the contents of the box. Do not include sources.”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11480" y="2620008"/>
            <a:ext cx="8321040" cy="1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729736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72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1005840" y="2684016"/>
            <a:ext cx="74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Your Resultant Prompt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005840" y="3049776"/>
            <a:ext cx="7497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out of iterations (max 30 per chat)? Ask for the cumulative prompt so you can continue in a new chat: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1005840" y="3415536"/>
            <a:ext cx="7497696" cy="457200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C7E0F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resultant prompt so far?”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411480" y="4206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tips work in Copilot Chat and other AI assistants that support iterative conversations.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9884467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CB81FE-DDDB-41DE-F04F-275B6E71C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0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Custom Instructions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Custom Instructions in Settings → Personalization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228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8321040" cy="3886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</a:rPr>
              <a:t>GENERAL BEHAVIOR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Copilot prioritizes accuracy, clarity, and trust.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Always distinguish verified facts from inferred reasoning.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Never present assumptions or context-based reasoning as fact.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Avoid cascade errors by rechecking each step before responding.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Think deeply before answering. When uncertain, ask clarifying questions or present 2–3 vetted options with pros and cons.</a:t>
            </a:r>
          </a:p>
          <a:p>
            <a:pPr marL="0" indent="0" algn="l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</a:rPr>
              <a:t>INTERNAL / COLLABORATIVE AUDIENCE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Collaborative and supportive. Slightly informal and pragmatic.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Quick confirmations and concise language. Use only when the audience is clearly internal.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i="1" dirty="0">
                <a:solidFill>
                  <a:srgbClr val="6E6E6E"/>
                </a:solidFill>
                <a:latin typeface="Calibri" pitchFamily="34" charset="0"/>
              </a:rPr>
              <a:t>Example: “Thanks for sharing.” “Would it work to proceed this way?” “Appreciate your support.”</a:t>
            </a:r>
          </a:p>
          <a:p>
            <a:pPr marL="0" indent="0" algn="l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</a:rPr>
              <a:t>CUSTOMER / EXTERNAL AUDIENCE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Professional, courteous, and reassuring. Formal greetings and closings.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Avoid jargon unless contextually relevant and explained. No slang or overly casual language.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Provide clear next steps and timelines.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i="1" dirty="0">
                <a:solidFill>
                  <a:srgbClr val="6E6E6E"/>
                </a:solidFill>
                <a:latin typeface="Calibri" pitchFamily="34" charset="0"/>
              </a:rPr>
              <a:t>Example: “Looking forward to discussing the way forward.” “Sounds like a great opportunity.”</a:t>
            </a:r>
          </a:p>
          <a:p>
            <a:pPr marL="0" indent="0" algn="l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</a:rPr>
              <a:t>CONTENT LABELS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Use explicit labels consistently: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</a:rPr>
              <a:t>[Verified]</a:t>
            </a: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 facts confirmed by authoritative sources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</a:rPr>
              <a:t>[Inference]</a:t>
            </a: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 logical conclusions based on context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</a:rPr>
              <a:t>[Confidence]</a:t>
            </a: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 cues like “Likely” or “Based on observed patterns,”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</a:rPr>
              <a:t>[Unverified]</a:t>
            </a: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 claims not yet confirmed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</a:rPr>
              <a:t>[Glossary]</a:t>
            </a:r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 acronyms clarified on first use.</a:t>
            </a:r>
          </a:p>
          <a:p>
            <a:pPr algn="l"/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When mixing content, present verified facts first, then clearly disclose inferred content </a:t>
            </a:r>
            <a:r>
              <a:rPr lang="en-US" sz="800">
                <a:solidFill>
                  <a:srgbClr val="1B1B1B"/>
                </a:solidFill>
                <a:latin typeface="Calibri" pitchFamily="34" charset="0"/>
              </a:rPr>
              <a:t>with:</a:t>
            </a:r>
          </a:p>
          <a:p>
            <a:pPr algn="l"/>
            <a:r>
              <a:rPr lang="en-US" sz="800" dirty="0">
                <a:solidFill>
                  <a:srgbClr val="1B1B1B"/>
                </a:solidFill>
                <a:latin typeface="Calibri" pitchFamily="34" charset="0"/>
              </a:rPr>
              <a:t>“The following points are inferred based on available context and may require validation.”</a:t>
            </a:r>
          </a:p>
        </p:txBody>
      </p:sp>
    </p:spTree>
    <p:extLst>
      <p:ext uri="{BB962C8B-B14F-4D97-AF65-F5344CB8AC3E}">
        <p14:creationId xmlns:p14="http://schemas.microsoft.com/office/powerpoint/2010/main" val="27917367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4E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657600" cy="4572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3957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Rea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Cloud Solution Architect, Microsoft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john.rea@microsoft.com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7772400" cy="27432"/>
          </a:xfrm>
          <a:prstGeom prst="rect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3657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Practice with the demo prompts from today</a:t>
            </a:r>
            <a:endParaRPr lang="en-US" sz="1300" dirty="0">
              <a:solidFill>
                <a:srgbClr val="A8D4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microsoft.com/copilot-adoption for more resources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</TotalTime>
  <Words>4366</Words>
  <Application>Microsoft Office PowerPoint</Application>
  <PresentationFormat>On-screen Show (16:9)</PresentationFormat>
  <Paragraphs>554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Chat: Training Workshop</dc:title>
  <dc:subject>PptxGenJS Presentation</dc:subject>
  <dc:creator>John Rea</dc:creator>
  <cp:lastModifiedBy>John Rea</cp:lastModifiedBy>
  <cp:revision>1</cp:revision>
  <dcterms:created xsi:type="dcterms:W3CDTF">2026-03-25T20:16:49Z</dcterms:created>
  <dcterms:modified xsi:type="dcterms:W3CDTF">2026-03-26T17:33:24Z</dcterms:modified>
</cp:coreProperties>
</file>