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894" y="2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Sales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Combining Sales Data and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summarizes retail sales data and analysis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Records: 20</a:t>
            </a:r>
          </a:p>
          <a:p>
            <a:r>
              <a:t>Total Sales: $28,063.78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Hull, Phillips and Barker: $4,121.92</a:t>
            </a:r>
          </a:p>
          <a:p>
            <a:r>
              <a:t>Lyons-Walker: $4,102.10</a:t>
            </a:r>
          </a:p>
          <a:p>
            <a:r>
              <a:t>Pierce Inc: $2,857.89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Selling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let: $4,121.92</a:t>
            </a:r>
          </a:p>
          <a:p>
            <a:r>
              <a:t>special: $4,102.10</a:t>
            </a:r>
          </a:p>
          <a:p>
            <a:r>
              <a:t>west: $2,857.89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volume increases during holiday seasons, indicating strong seasonal demand.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with diversified product lines show better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Strategy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unit prices correlate with increased revenue, suggesting pricing optimization opportunities.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Optimize inventory for high-demand seasons</a:t>
            </a:r>
          </a:p>
          <a:p>
            <a:r>
              <a:t>- Focus on top-performing products</a:t>
            </a:r>
          </a:p>
          <a:p>
            <a:r>
              <a:t>- Review pricing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sales data and analysis provide actionable insights for strategic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136</Words>
  <Application>Microsoft Office PowerPoint</Application>
  <PresentationFormat>On-screen Show (4:3)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Retail Sales Overview</vt:lpstr>
      <vt:lpstr>Introduction</vt:lpstr>
      <vt:lpstr>Sales Data Summary</vt:lpstr>
      <vt:lpstr>Top Performing Stores</vt:lpstr>
      <vt:lpstr>Top Selling Products</vt:lpstr>
      <vt:lpstr>Seasonal Trends</vt:lpstr>
      <vt:lpstr>Store Performance</vt:lpstr>
      <vt:lpstr>Pricing Strategy Impact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Rea</cp:lastModifiedBy>
  <cp:revision>1</cp:revision>
  <dcterms:created xsi:type="dcterms:W3CDTF">2013-01-27T09:14:16Z</dcterms:created>
  <dcterms:modified xsi:type="dcterms:W3CDTF">2025-12-16T22:02:46Z</dcterms:modified>
  <cp:category/>
</cp:coreProperties>
</file>