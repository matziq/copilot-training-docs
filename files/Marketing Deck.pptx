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794" y="2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ea" userId="d8639818-8097-4ceb-a926-1c095acca351" providerId="ADAL" clId="{0FCD4BB8-3B4B-4ACD-9B0D-ECB696CB557E}"/>
    <pc:docChg chg="undo custSel modSld">
      <pc:chgData name="John Rea" userId="d8639818-8097-4ceb-a926-1c095acca351" providerId="ADAL" clId="{0FCD4BB8-3B4B-4ACD-9B0D-ECB696CB557E}" dt="2025-12-16T21:41:00.956" v="2" actId="26606"/>
      <pc:docMkLst>
        <pc:docMk/>
      </pc:docMkLst>
      <pc:sldChg chg="addSp delSp modSp mod setBg">
        <pc:chgData name="John Rea" userId="d8639818-8097-4ceb-a926-1c095acca351" providerId="ADAL" clId="{0FCD4BB8-3B4B-4ACD-9B0D-ECB696CB557E}" dt="2025-12-16T21:41:00.956" v="2" actId="26606"/>
        <pc:sldMkLst>
          <pc:docMk/>
          <pc:sldMk cId="0" sldId="256"/>
        </pc:sldMkLst>
        <pc:spChg chg="mod">
          <ac:chgData name="John Rea" userId="d8639818-8097-4ceb-a926-1c095acca351" providerId="ADAL" clId="{0FCD4BB8-3B4B-4ACD-9B0D-ECB696CB557E}" dt="2025-12-16T21:41:00.956" v="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5-12-16T21:41:00.956" v="2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John Rea" userId="d8639818-8097-4ceb-a926-1c095acca351" providerId="ADAL" clId="{0FCD4BB8-3B4B-4ACD-9B0D-ECB696CB557E}" dt="2025-12-16T21:41:00.947" v="1" actId="26606"/>
          <ac:spMkLst>
            <pc:docMk/>
            <pc:sldMk cId="0" sldId="256"/>
            <ac:spMk id="9" creationId="{4D60F200-5EB0-B223-2439-C96C67F0FEE1}"/>
          </ac:spMkLst>
        </pc:spChg>
        <pc:spChg chg="add del">
          <ac:chgData name="John Rea" userId="d8639818-8097-4ceb-a926-1c095acca351" providerId="ADAL" clId="{0FCD4BB8-3B4B-4ACD-9B0D-ECB696CB557E}" dt="2025-12-16T21:41:00.947" v="1" actId="26606"/>
          <ac:spMkLst>
            <pc:docMk/>
            <pc:sldMk cId="0" sldId="256"/>
            <ac:spMk id="11" creationId="{74067CD3-146F-6228-E362-39AA720C25F7}"/>
          </ac:spMkLst>
        </pc:spChg>
        <pc:spChg chg="add del">
          <ac:chgData name="John Rea" userId="d8639818-8097-4ceb-a926-1c095acca351" providerId="ADAL" clId="{0FCD4BB8-3B4B-4ACD-9B0D-ECB696CB557E}" dt="2025-12-16T21:41:00.947" v="1" actId="26606"/>
          <ac:spMkLst>
            <pc:docMk/>
            <pc:sldMk cId="0" sldId="256"/>
            <ac:spMk id="13" creationId="{271C7E5C-A0F8-E9FA-56DB-31A257FD4EDB}"/>
          </ac:spMkLst>
        </pc:spChg>
        <pc:spChg chg="add del">
          <ac:chgData name="John Rea" userId="d8639818-8097-4ceb-a926-1c095acca351" providerId="ADAL" clId="{0FCD4BB8-3B4B-4ACD-9B0D-ECB696CB557E}" dt="2025-12-16T21:41:00.947" v="1" actId="26606"/>
          <ac:spMkLst>
            <pc:docMk/>
            <pc:sldMk cId="0" sldId="256"/>
            <ac:spMk id="15" creationId="{33F70A3C-4474-2A39-470C-FD55A8837503}"/>
          </ac:spMkLst>
        </pc:spChg>
        <pc:spChg chg="add del">
          <ac:chgData name="John Rea" userId="d8639818-8097-4ceb-a926-1c095acca351" providerId="ADAL" clId="{0FCD4BB8-3B4B-4ACD-9B0D-ECB696CB557E}" dt="2025-12-16T21:41:00.947" v="1" actId="26606"/>
          <ac:spMkLst>
            <pc:docMk/>
            <pc:sldMk cId="0" sldId="256"/>
            <ac:spMk id="17" creationId="{BAC3F7D4-9613-0E1F-901C-98FE831DEBC0}"/>
          </ac:spMkLst>
        </pc:spChg>
        <pc:spChg chg="add del">
          <ac:chgData name="John Rea" userId="d8639818-8097-4ceb-a926-1c095acca351" providerId="ADAL" clId="{0FCD4BB8-3B4B-4ACD-9B0D-ECB696CB557E}" dt="2025-12-16T21:41:00.947" v="1" actId="26606"/>
          <ac:spMkLst>
            <pc:docMk/>
            <pc:sldMk cId="0" sldId="256"/>
            <ac:spMk id="19" creationId="{AFD5167C-AF48-26F0-7A9F-3F7643374872}"/>
          </ac:spMkLst>
        </pc:spChg>
        <pc:spChg chg="add del">
          <ac:chgData name="John Rea" userId="d8639818-8097-4ceb-a926-1c095acca351" providerId="ADAL" clId="{0FCD4BB8-3B4B-4ACD-9B0D-ECB696CB557E}" dt="2025-12-16T21:41:00.947" v="1" actId="26606"/>
          <ac:spMkLst>
            <pc:docMk/>
            <pc:sldMk cId="0" sldId="256"/>
            <ac:spMk id="21" creationId="{87B30A01-FCA8-86A5-A840-C32A3BE2EDD6}"/>
          </ac:spMkLst>
        </pc:spChg>
        <pc:grpChg chg="add">
          <ac:chgData name="John Rea" userId="d8639818-8097-4ceb-a926-1c095acca351" providerId="ADAL" clId="{0FCD4BB8-3B4B-4ACD-9B0D-ECB696CB557E}" dt="2025-12-16T21:41:00.956" v="2" actId="26606"/>
          <ac:grpSpMkLst>
            <pc:docMk/>
            <pc:sldMk cId="0" sldId="256"/>
            <ac:grpSpMk id="24" creationId="{2B33CDD2-C0CB-D8AD-886D-0ABC95A02B71}"/>
          </ac:grpSpMkLst>
        </pc:grpChg>
        <pc:picChg chg="add del">
          <ac:chgData name="John Rea" userId="d8639818-8097-4ceb-a926-1c095acca351" providerId="ADAL" clId="{0FCD4BB8-3B4B-4ACD-9B0D-ECB696CB557E}" dt="2025-12-16T21:41:00.947" v="1" actId="26606"/>
          <ac:picMkLst>
            <pc:docMk/>
            <pc:sldMk cId="0" sldId="256"/>
            <ac:picMk id="5" creationId="{E06CB1E0-6EDA-F85F-E115-9A20D1A5A57B}"/>
          </ac:picMkLst>
        </pc:picChg>
        <pc:picChg chg="add">
          <ac:chgData name="John Rea" userId="d8639818-8097-4ceb-a926-1c095acca351" providerId="ADAL" clId="{0FCD4BB8-3B4B-4ACD-9B0D-ECB696CB557E}" dt="2025-12-16T21:41:00.956" v="2" actId="26606"/>
          <ac:picMkLst>
            <pc:docMk/>
            <pc:sldMk cId="0" sldId="256"/>
            <ac:picMk id="23" creationId="{ED1FEDFB-F1C9-C112-A402-B513C12A50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4241" y="1175335"/>
            <a:ext cx="3129360" cy="2495971"/>
          </a:xfrm>
        </p:spPr>
        <p:txBody>
          <a:bodyPr anchor="b">
            <a:normAutofit/>
          </a:bodyPr>
          <a:lstStyle/>
          <a:p>
            <a:r>
              <a:rPr lang="en-US" sz="3500"/>
              <a:t>Marketing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3365" y="3930449"/>
            <a:ext cx="3148859" cy="1724313"/>
          </a:xfrm>
        </p:spPr>
        <p:txBody>
          <a:bodyPr anchor="t">
            <a:normAutofit/>
          </a:bodyPr>
          <a:lstStyle/>
          <a:p>
            <a:endParaRPr lang="en-US" sz="1700"/>
          </a:p>
        </p:txBody>
      </p:sp>
      <p:pic>
        <p:nvPicPr>
          <p:cNvPr id="23" name="Picture 22" descr="Circular jigsaw puzzle">
            <a:extLst>
              <a:ext uri="{FF2B5EF4-FFF2-40B4-BE49-F238E27FC236}">
                <a16:creationId xmlns:a16="http://schemas.microsoft.com/office/drawing/2014/main" id="{ED1FEDFB-F1C9-C112-A402-B513C12A50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90" r="44209" b="-2"/>
          <a:stretch>
            <a:fillRect/>
          </a:stretch>
        </p:blipFill>
        <p:spPr>
          <a:xfrm>
            <a:off x="4572000" y="-1"/>
            <a:ext cx="4572000" cy="685800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B33CDD2-C0CB-D8AD-886D-0ABC95A02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72000" y="-2"/>
            <a:ext cx="4572000" cy="6858001"/>
            <a:chOff x="-1" y="0"/>
            <a:chExt cx="7390263" cy="6858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7F47A2-1E11-C302-6F8E-F03239998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79677" y="2347416"/>
              <a:ext cx="1630908" cy="739026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47000">
                  <a:schemeClr val="accent2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6AED115-5F26-CFFE-25B4-8CCB743BA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 flipV="1">
              <a:off x="-1919061" y="1919060"/>
              <a:ext cx="6854280" cy="3016159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47000">
                  <a:schemeClr val="accent2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3032F8-FDD1-98F1-B20E-FB9CDF9EB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461657" y="4425055"/>
              <a:ext cx="2928605" cy="2432945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51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Social Media Campaign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Email Outreach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5D3863-FB3D-4C74-BA1A-8C0A41E8FE5C}">
  <we:reference id="WA200004074" version="1.0.0.632" store="Omex" storeType="OMEX"/>
  <we:alternateReferences>
    <we:reference id="WA200004074" version="1.0.0.632" store="WA200004074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Marketing Strategy</vt:lpstr>
      <vt:lpstr>Social Media Campaign</vt:lpstr>
      <vt:lpstr>Email Outreach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Rea</cp:lastModifiedBy>
  <cp:revision>1</cp:revision>
  <dcterms:created xsi:type="dcterms:W3CDTF">2013-01-27T09:14:16Z</dcterms:created>
  <dcterms:modified xsi:type="dcterms:W3CDTF">2025-12-16T21:41:07Z</dcterms:modified>
  <cp:category/>
</cp:coreProperties>
</file>