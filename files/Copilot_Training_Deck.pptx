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2299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35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5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274320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76288" y="274320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68896" y="274320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61504" y="274320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54112" y="274320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46720" y="274320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39328" y="274320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31936" y="274320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83680" y="566928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76288" y="566928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68896" y="566928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61504" y="566928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54112" y="566928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0" y="566928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39328" y="566928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31936" y="566928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0" y="859536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76288" y="859536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68896" y="859536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61504" y="859536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54112" y="859536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46720" y="859536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39328" y="859536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631936" y="859536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583680" y="1152144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76288" y="1152144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68896" y="1152144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61504" y="1152144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754112" y="1152144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046720" y="1152144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339328" y="1152144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631936" y="1152144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83680" y="1444752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876288" y="1444752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168896" y="1444752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461504" y="1444752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754112" y="1444752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046720" y="1444752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339328" y="1444752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631936" y="1444752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583680" y="1737360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876288" y="1737360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168896" y="1737360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461504" y="1737360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754112" y="1737360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046720" y="1737360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339328" y="1737360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631936" y="1737360"/>
            <a:ext cx="91440" cy="91440"/>
          </a:xfrm>
          <a:prstGeom prst="ellipse">
            <a:avLst/>
          </a:prstGeom>
          <a:solidFill>
            <a:srgbClr val="0078D4">
              <a:alpha val="4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57200" y="320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57200" y="804672"/>
            <a:ext cx="1645920" cy="274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7200" y="10058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M365 Copilot:</a:t>
            </a:r>
            <a:endParaRPr lang="en-US" sz="4600" dirty="0"/>
          </a:p>
        </p:txBody>
      </p:sp>
      <p:sp>
        <p:nvSpPr>
          <p:cNvPr id="55" name="Text 53"/>
          <p:cNvSpPr/>
          <p:nvPr/>
        </p:nvSpPr>
        <p:spPr>
          <a:xfrm>
            <a:off x="457200" y="17830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C8E6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Tips, Tricks &amp; Real-World Demos</a:t>
            </a:r>
            <a:endParaRPr lang="en-US" sz="3400" dirty="0"/>
          </a:p>
        </p:txBody>
      </p:sp>
      <p:sp>
        <p:nvSpPr>
          <p:cNvPr id="56" name="Text 54"/>
          <p:cNvSpPr/>
          <p:nvPr/>
        </p:nvSpPr>
        <p:spPr>
          <a:xfrm>
            <a:off x="4572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Hands-On Training for Power Users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457200" y="45262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John Rea</a:t>
            </a:r>
            <a:r>
              <a:rPr lang="en-US" sz="1400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SR Cloud Solution Architect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858000" y="45262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24,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65760" y="914400"/>
            <a:ext cx="384048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914400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914400"/>
            <a:ext cx="1554480" cy="65836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0:00 – 0:15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423160" y="914400"/>
            <a:ext cx="62179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Makes a Great Copilot Prompt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636776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5760" y="1636776"/>
            <a:ext cx="384048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5760" y="1636776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1636776"/>
            <a:ext cx="1554480" cy="65836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0:15 – 0:25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423160" y="1636776"/>
            <a:ext cx="62179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M365 Copilot Tips &amp; Tricks by App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65760" y="2359152"/>
            <a:ext cx="8412480" cy="658368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65760" y="2359152"/>
            <a:ext cx="384048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5760" y="2359152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2359152"/>
            <a:ext cx="1554480" cy="65836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0:25 – 0:40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423160" y="2359152"/>
            <a:ext cx="62179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Real-World Scenarios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65760" y="3081528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65760" y="3081528"/>
            <a:ext cx="384048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65760" y="3081528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" y="3081528"/>
            <a:ext cx="1554480" cy="65836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0:40 – 0:50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423160" y="3081528"/>
            <a:ext cx="62179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 &amp; The Copilot Playbook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65760" y="3803904"/>
            <a:ext cx="8412480" cy="658368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65760" y="3803904"/>
            <a:ext cx="384048" cy="6583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65760" y="3803904"/>
            <a:ext cx="384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22960" y="3803904"/>
            <a:ext cx="1554480" cy="658368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0:50 – 1:00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423160" y="3803904"/>
            <a:ext cx="6217920" cy="65836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&amp; Coming Soon: Edit with Copilot + Cowork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19F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 minutes · Interactive demos · Q&amp;A throughout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45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0078D4">
                    <a:alpha val="5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Makes a Great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Prompt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457200" y="3337560"/>
            <a:ext cx="41148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minutes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Prompting Matters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914400"/>
            <a:ext cx="4846320" cy="356616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45262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is only as good as what you ask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Vague prompts</a:t>
            </a:r>
            <a:r>
              <a:rPr lang="en-US" sz="17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→  generic, unhelpful responses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Specific prompts</a:t>
            </a:r>
            <a:r>
              <a:rPr lang="en-US" sz="17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→  save hours every week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0" y="914400"/>
            <a:ext cx="3291840" cy="3566160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23560" y="111556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766560" y="111556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Vague one-liner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23560" y="1709928"/>
            <a:ext cx="3017520" cy="1828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23560" y="212140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OK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766560" y="21214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 context added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23560" y="2715768"/>
            <a:ext cx="3017520" cy="1828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23560" y="31272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WOW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766560" y="312724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 + Context + Format + Source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Quality Scale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4 Elements of a Great Prompt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914400"/>
            <a:ext cx="4160520" cy="169164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65760" y="914400"/>
            <a:ext cx="416052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30352" y="1115568"/>
            <a:ext cx="475488" cy="47548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035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11430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" y="1691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30352" y="2084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 you want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to do?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09160" y="914400"/>
            <a:ext cx="4160520" cy="169164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709160" y="914400"/>
            <a:ext cx="416052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873752" y="1115568"/>
            <a:ext cx="475488" cy="47548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87375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11430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73752" y="1691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873752" y="2084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Who's the audience?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the background?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65760" y="2788920"/>
            <a:ext cx="4160520" cy="169164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365760" y="2788920"/>
            <a:ext cx="416052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30352" y="2990088"/>
            <a:ext cx="475488" cy="47548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530352" y="2990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568" y="301752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0352" y="3566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Expectations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530352" y="39593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Format, length,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tone, constraints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709160" y="2788920"/>
            <a:ext cx="4160520" cy="169164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709160" y="2788920"/>
            <a:ext cx="416052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4873752" y="2990088"/>
            <a:ext cx="475488" cy="47548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4873752" y="2990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968" y="3017520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873752" y="3566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4873752" y="39593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data, files,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emails to use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4535424" y="1737360"/>
            <a:ext cx="164592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4617720" y="2578608"/>
            <a:ext cx="36576" cy="20116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Makeover: Before &amp; After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14400"/>
            <a:ext cx="2697480" cy="352044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2697480" cy="411480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784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914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74320" y="1325880"/>
            <a:ext cx="2697480" cy="274320"/>
          </a:xfrm>
          <a:prstGeom prst="rect">
            <a:avLst/>
          </a:prstGeom>
          <a:solidFill>
            <a:srgbClr val="FDDED8"/>
          </a:solidFill>
          <a:ln w="12700">
            <a:solidFill>
              <a:srgbClr val="FD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274320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84048" y="1645920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an email about the project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74320" y="26060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274320" y="2880360"/>
            <a:ext cx="2697480" cy="274320"/>
          </a:xfrm>
          <a:prstGeom prst="rect">
            <a:avLst/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74320" y="2880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84048" y="3200400"/>
            <a:ext cx="2478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a concise 3-paragraph email to my project stakeholders summarizing this week's progress on the Azure migration, noting the 2-day delay in Phase 2, and requesting feedback by Friday. Tone: professional but direct.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154680" y="914400"/>
            <a:ext cx="2697480" cy="352044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154680" y="914400"/>
            <a:ext cx="2697480" cy="411480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97840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611880" y="914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3154680" y="1325880"/>
            <a:ext cx="2697480" cy="274320"/>
          </a:xfrm>
          <a:prstGeom prst="rect">
            <a:avLst/>
          </a:prstGeom>
          <a:solidFill>
            <a:srgbClr val="FDDED8"/>
          </a:solidFill>
          <a:ln w="12700">
            <a:solidFill>
              <a:srgbClr val="FD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3154680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264408" y="1645920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 me for my meeting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154680" y="26060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3154680" y="2880360"/>
            <a:ext cx="2697480" cy="274320"/>
          </a:xfrm>
          <a:prstGeom prst="rect">
            <a:avLst/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3154680" y="2880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264408" y="3200400"/>
            <a:ext cx="2478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have a 30-minute 1:1 with my manager Cristi Bennett tomorrow. Review my last 3 emails to her, any action items she's assigned me, and my calendar for this week. Give me a 5-bullet brief.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035040" y="914400"/>
            <a:ext cx="2697480" cy="352044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6035040" y="914400"/>
            <a:ext cx="2697480" cy="411480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978408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492240" y="914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6035040" y="1325880"/>
            <a:ext cx="2697480" cy="274320"/>
          </a:xfrm>
          <a:prstGeom prst="rect">
            <a:avLst/>
          </a:prstGeom>
          <a:solidFill>
            <a:srgbClr val="FDDED8"/>
          </a:solidFill>
          <a:ln w="12700">
            <a:solidFill>
              <a:srgbClr val="FD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6035040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6144768" y="1645920"/>
            <a:ext cx="2478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 summary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035040" y="26060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6035040" y="2880360"/>
            <a:ext cx="2697480" cy="274320"/>
          </a:xfrm>
          <a:prstGeom prst="rect">
            <a:avLst/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6035040" y="2880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6144768" y="3200400"/>
            <a:ext cx="2478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 the key decisions and open questions from /Finance Q1 Review.docx in bullet format, no longer than one page, for an exec audience.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Cheat Sheet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886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Starter Phrase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5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78D4"/>
                          </a:solidFill>
                        </a:rPr>
                        <a:t>Email help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201F1E"/>
                          </a:solidFill>
                        </a:rPr>
                        <a:t>"Draft an email to [name] that..."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78D4"/>
                          </a:solidFill>
                        </a:rPr>
                        <a:t>Meeting prep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201F1E"/>
                          </a:solidFill>
                        </a:rPr>
                        <a:t>"Brief me on my [meeting] — check my emails and calendar..."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78D4"/>
                          </a:solidFill>
                        </a:rPr>
                        <a:t>Summarize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201F1E"/>
                          </a:solidFill>
                        </a:rPr>
                        <a:t>"Summarize the key points of [doc/thread] for [audience]..."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78D4"/>
                          </a:solidFill>
                        </a:rPr>
                        <a:t>Rewrite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201F1E"/>
                          </a:solidFill>
                        </a:rPr>
                        <a:t>"Rewrite this to be more [concise/formal/friendly]..."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78D4"/>
                          </a:solidFill>
                        </a:rPr>
                        <a:t>Analyze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201F1E"/>
                          </a:solidFill>
                        </a:rPr>
                        <a:t>"Look at [data] and tell me [insight]..."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78D4"/>
                          </a:solidFill>
                        </a:rPr>
                        <a:t>Action items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201F1E"/>
                          </a:solidFill>
                        </a:rPr>
                        <a:t>"Extract all action items from [doc/meeting]..."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45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0078D4">
                    <a:alpha val="5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M365 Copilot Tips &amp; Tricks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App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457200" y="3337560"/>
            <a:ext cx="41148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minutes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 Copilot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96012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06984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1832" y="10698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 threads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632" y="152704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Catch up on a 50-message thread in 10 seconds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46320" y="106984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30952" y="10698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with context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73752" y="152704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in meeting notes, prior emails, and files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251460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262432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41832" y="26243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Coaching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4632" y="308152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tone and clarity feedback before you hit send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51460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46320" y="262432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4632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30952" y="26243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Triage your inbox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73752" y="308152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 what matters, ignore what doesn't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" y="4370832"/>
            <a:ext cx="8412480" cy="640080"/>
          </a:xfrm>
          <a:prstGeom prst="rect">
            <a:avLst/>
          </a:prstGeom>
          <a:solidFill>
            <a:srgbClr val="FFF8E1"/>
          </a:solidFill>
          <a:ln w="1905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65760" y="4370832"/>
            <a:ext cx="164592" cy="64008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480560"/>
            <a:ext cx="411480" cy="4114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43000" y="43708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2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Tip: </a:t>
            </a:r>
            <a:r>
              <a:rPr lang="en-US" sz="12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 this thread and tell me what action I need to take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Copilot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96012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06984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1832" y="10698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 recap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632" y="152704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a summary + action items after any meeting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46320" y="106984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30952" y="10698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Catch up mid-meeting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73752" y="152704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late? Ask 'What did I miss?'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251460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262432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41832" y="26243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intelligence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4632" y="308152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across chats to find past decisions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51460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46320" y="262432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4632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30952" y="26243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a reply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73752" y="308152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 Copilot suggest your response in any chat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" y="4370832"/>
            <a:ext cx="8412480" cy="640080"/>
          </a:xfrm>
          <a:prstGeom prst="rect">
            <a:avLst/>
          </a:prstGeom>
          <a:solidFill>
            <a:srgbClr val="FFF8E1"/>
          </a:solidFill>
          <a:ln w="1905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65760" y="4370832"/>
            <a:ext cx="164592" cy="64008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480560"/>
            <a:ext cx="411480" cy="4114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43000" y="43708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2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Tip: </a:t>
            </a:r>
            <a:r>
              <a:rPr lang="en-US" sz="12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decisions were made and what are the open items?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 Copilot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96012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06984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1832" y="10698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from scratch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632" y="152704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an outline, get a full draft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46320" y="106984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30952" y="10698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Rewrite &amp; improve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73752" y="152704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any section, ask for a rewrite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251460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262432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41832" y="26243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 long docs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4632" y="308152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a TL;DR for any document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51460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46320" y="262432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4632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30952" y="26243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other files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73752" y="308152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data from Excel or another Word doc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" y="4370832"/>
            <a:ext cx="8412480" cy="640080"/>
          </a:xfrm>
          <a:prstGeom prst="rect">
            <a:avLst/>
          </a:prstGeom>
          <a:solidFill>
            <a:srgbClr val="FFF8E1"/>
          </a:solidFill>
          <a:ln w="1905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65760" y="4370832"/>
            <a:ext cx="164592" cy="64008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480560"/>
            <a:ext cx="411480" cy="4114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43000" y="43708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2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Tip: </a:t>
            </a:r>
            <a:r>
              <a:rPr lang="en-US" sz="12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Rewrite this section to be more concise and executive-ready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 Copilot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96012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06984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1832" y="10698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from prompt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632" y="152704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your topic, get a full deck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46320" y="106984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30952" y="10698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slides from Word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73752" y="152704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a Word doc into a slide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251460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262432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41832" y="26243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Speaker notes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4632" y="308152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Auto-generate notes for any slide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51460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46320" y="262432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4632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30952" y="26243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ideas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73752" y="308152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layout suggestions instantly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" y="4370832"/>
            <a:ext cx="8412480" cy="640080"/>
          </a:xfrm>
          <a:prstGeom prst="rect">
            <a:avLst/>
          </a:prstGeom>
          <a:solidFill>
            <a:srgbClr val="FFF8E1"/>
          </a:solidFill>
          <a:ln w="1905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65760" y="4370832"/>
            <a:ext cx="164592" cy="64008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480560"/>
            <a:ext cx="411480" cy="4114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43000" y="43708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2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Tip: </a:t>
            </a:r>
            <a:r>
              <a:rPr lang="en-US" sz="12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5-slide deck based on /Q1 Report.docx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Copilot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96012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06984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1832" y="10698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Formula help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84632" y="152704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what you need, Copilot writes the formula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46320" y="106984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30952" y="10698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insights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73752" y="152704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'What are the top trends in this data?'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251460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262432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41832" y="26243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in Excel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84632" y="308152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advanced analysis with natural language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514600"/>
            <a:ext cx="411480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46320" y="262432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4632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30952" y="26243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73752" y="308152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Copilot to visualize your data automatically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" y="4370832"/>
            <a:ext cx="8412480" cy="640080"/>
          </a:xfrm>
          <a:prstGeom prst="rect">
            <a:avLst/>
          </a:prstGeom>
          <a:solidFill>
            <a:srgbClr val="FFF8E1"/>
          </a:solidFill>
          <a:ln w="1905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65760" y="4370832"/>
            <a:ext cx="164592" cy="64008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480560"/>
            <a:ext cx="411480" cy="4114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43000" y="43708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52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Tip: </a:t>
            </a:r>
            <a:r>
              <a:rPr lang="en-US" sz="12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 rows where Q1 sales dropped more than 15% vs. last year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45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0078D4">
                    <a:alpha val="5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Real-World Scenarios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457200" y="3337560"/>
            <a:ext cx="41148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minutes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along on your own device!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Overview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960120"/>
            <a:ext cx="4114800" cy="1600200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182880" cy="1600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1069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1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0972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1463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Triage Your Inbox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94360" y="2130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709160" y="960120"/>
            <a:ext cx="4114800" cy="1600200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709160" y="960120"/>
            <a:ext cx="182880" cy="1600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983480" y="1069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2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0972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83480" y="1463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 for a Big Meeting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983480" y="2130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+ Outlook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20040" y="2743200"/>
            <a:ext cx="4114800" cy="1600200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320040" y="2743200"/>
            <a:ext cx="182880" cy="1600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94360" y="2852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3</a:t>
            </a:r>
            <a:endParaRPr lang="en-US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288036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94360" y="3246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a Report in Minutes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594360" y="3913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709160" y="2743200"/>
            <a:ext cx="4114800" cy="1600200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709160" y="2743200"/>
            <a:ext cx="182880" cy="1600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4983480" y="2852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4</a:t>
            </a:r>
            <a:endParaRPr lang="en-US" sz="11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288036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83480" y="3246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Unlock Hidden Data Insights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983480" y="3913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1: Triage Your Inbox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932688"/>
            <a:ext cx="8412480" cy="59436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Scenario: </a:t>
            </a: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Monday morning, 47 unread emails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600200"/>
            <a:ext cx="1097280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1600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Outlook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554480" y="1600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PROMPT: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920240"/>
            <a:ext cx="8412480" cy="1417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1920240"/>
            <a:ext cx="8046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 my unread emails from the last 48 hours. Highlight anything urgent, flag action items, and tell me what I can ignore.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3429000"/>
            <a:ext cx="8412480" cy="1417320"/>
          </a:xfrm>
          <a:prstGeom prst="rect">
            <a:avLst/>
          </a:prstGeom>
          <a:solidFill>
            <a:srgbClr val="F0FFF4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3429000"/>
            <a:ext cx="182880" cy="1417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822192"/>
            <a:ext cx="7955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Urgent items surfaced immediately — no inbox scrolling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items extracted and listed by priority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Low-priority threads identified for bulk archive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saved: 20-30 minutes of manual triage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2: Prep for a Big Meeting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932688"/>
            <a:ext cx="8412480" cy="59436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Scenario: </a:t>
            </a: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QBR with your VP in 30 minutes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600200"/>
            <a:ext cx="1097280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1600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+ Outlook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554480" y="1600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PROMPT: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920240"/>
            <a:ext cx="8412480" cy="1417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1920240"/>
            <a:ext cx="8046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have a QBR with my VP in 30 minutes. Check my last 5 emails with her, my recent Teams messages in the project channel, and my calendar. Give me a 5-point brief with any risks I should flag.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3429000"/>
            <a:ext cx="8412480" cy="1417320"/>
          </a:xfrm>
          <a:prstGeom prst="rect">
            <a:avLst/>
          </a:prstGeom>
          <a:solidFill>
            <a:srgbClr val="F0FFF4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3429000"/>
            <a:ext cx="182880" cy="1417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822192"/>
            <a:ext cx="7955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5-bullet executive brief ready in under 60 seconds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and open items surfaced from across channels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walk in prepared — not scrambling for context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Cross-app: emails + Teams + calendar, unified view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3: Draft a Report in Word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932688"/>
            <a:ext cx="8412480" cy="59436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Scenario: </a:t>
            </a: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a project status report by EOD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600200"/>
            <a:ext cx="1097280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1600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554480" y="1600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PROMPT: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920240"/>
            <a:ext cx="8412480" cy="1417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1920240"/>
            <a:ext cx="8046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 a one-page project status report for the Azure Migration project. Pull from /Project Notes.docx and the last 3 emails with subject 'Azure Migration'. Include: current status, blockers, next steps. Audience: VP level.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3429000"/>
            <a:ext cx="8412480" cy="1417320"/>
          </a:xfrm>
          <a:prstGeom prst="rect">
            <a:avLst/>
          </a:prstGeom>
          <a:solidFill>
            <a:srgbClr val="F0FFF4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3429000"/>
            <a:ext cx="182880" cy="1417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822192"/>
            <a:ext cx="7955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draft generated in seconds — grounded in your files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 structure: status, blockers, next steps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VP-ready tone applied automatically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edit and refine instead of starting from scratch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4: Data Insights in Excel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932688"/>
            <a:ext cx="8412480" cy="59436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9326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Scenario: </a:t>
            </a: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sales data, need quick insights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600200"/>
            <a:ext cx="1097280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1600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554480" y="1600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PROMPT: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920240"/>
            <a:ext cx="8412480" cy="1417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1920240"/>
            <a:ext cx="8046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 at this sales data and tell me: which 3 regions underperformed vs. last quarter, what's the YoY trend, and suggest a chart that would work best for an exec presentation.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3429000"/>
            <a:ext cx="8412480" cy="1417320"/>
          </a:xfrm>
          <a:prstGeom prst="rect">
            <a:avLst/>
          </a:prstGeom>
          <a:solidFill>
            <a:srgbClr val="F0FFF4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3429000"/>
            <a:ext cx="182880" cy="1417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822192"/>
            <a:ext cx="79552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Underperforming regions identified instantly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YoY trend analysis with natural language explanation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 recommendation matched to exec audience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in Excel runs complex analysis without formulas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45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0078D4">
                    <a:alpha val="5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 &amp;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Copilot Playbook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457200" y="3337560"/>
            <a:ext cx="41148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8 Copilot Best Practices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914400"/>
            <a:ext cx="3977640" cy="804672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65760" y="914400"/>
            <a:ext cx="164592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12648" y="1033272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2648" y="103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914400"/>
            <a:ext cx="3090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give context — who, what, why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0" y="914400"/>
            <a:ext cx="3977640" cy="804672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0" y="914400"/>
            <a:ext cx="164592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18888" y="1033272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18888" y="1033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21808" y="914400"/>
            <a:ext cx="3090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Specify your audience and format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65760" y="1810512"/>
            <a:ext cx="3977640" cy="804672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65760" y="1810512"/>
            <a:ext cx="164592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12648" y="1929384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12648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15568" y="1810512"/>
            <a:ext cx="3090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Iterate — refine prompts when first answer isn't right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0" y="1810512"/>
            <a:ext cx="3977640" cy="804672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572000" y="1810512"/>
            <a:ext cx="164592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818888" y="1929384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18888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21808" y="1810512"/>
            <a:ext cx="3090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specific files with /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65760" y="2706624"/>
            <a:ext cx="3977640" cy="804672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65760" y="2706624"/>
            <a:ext cx="164592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612648" y="2825496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12648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115568" y="2706624"/>
            <a:ext cx="3090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everything before sending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0" y="2706624"/>
            <a:ext cx="3977640" cy="804672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572000" y="2706624"/>
            <a:ext cx="164592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818888" y="2825496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818888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321808" y="2706624"/>
            <a:ext cx="3090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Copilot to catch your own mistakes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3602736"/>
            <a:ext cx="3977640" cy="804672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365760" y="3602736"/>
            <a:ext cx="164592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12648" y="372160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12648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1115568" y="3602736"/>
            <a:ext cx="3090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every morning with a briefing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4572000" y="3602736"/>
            <a:ext cx="3977640" cy="804672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572000" y="3602736"/>
            <a:ext cx="164592" cy="8046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4818888" y="3721608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818888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5321808" y="3602736"/>
            <a:ext cx="3090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great prompts with your team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Pitfalls to Avoid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8862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Don't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Do Instead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1F1E"/>
                          </a:solidFill>
                        </a:rPr>
                        <a:t>Send without reviewing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1F1E"/>
                          </a:solidFill>
                        </a:rPr>
                        <a:t>Always review AI-generated content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1F1E"/>
                          </a:solidFill>
                        </a:rPr>
                        <a:t>Use vague one-liners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1F1E"/>
                          </a:solidFill>
                        </a:rPr>
                        <a:t>Add context, format, and audience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1F1E"/>
                          </a:solidFill>
                        </a:rPr>
                        <a:t>Repeat the same failing prompt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1F1E"/>
                          </a:solidFill>
                        </a:rPr>
                        <a:t>Change one variable and retry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1F1E"/>
                          </a:solidFill>
                        </a:rPr>
                        <a:t>Rely on Copilot for facts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1F1E"/>
                          </a:solidFill>
                        </a:rPr>
                        <a:t>Verify statistics and quotes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1F1E"/>
                          </a:solidFill>
                        </a:rPr>
                        <a:t>Ignore the /file reference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1F1E"/>
                          </a:solidFill>
                        </a:rPr>
                        <a:t>Ground Copilot in YOUR data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Copilot Playbook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914400"/>
            <a:ext cx="2560320" cy="2377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10058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17627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1 manual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per day with Copilot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46120" y="18745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611880" y="914400"/>
            <a:ext cx="2560320" cy="2377440"/>
          </a:xfrm>
          <a:prstGeom prst="rect">
            <a:avLst/>
          </a:prstGeom>
          <a:solidFill>
            <a:srgbClr val="038387"/>
          </a:solidFill>
          <a:ln w="12700">
            <a:solidFill>
              <a:srgbClr val="03838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11880" y="10058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3611880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749040" y="217627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personal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library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17920" y="18745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6583680" y="914400"/>
            <a:ext cx="2560320" cy="2377440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83680" y="10058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>
                    <a:alpha val="8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5200" dirty="0"/>
          </a:p>
        </p:txBody>
      </p:sp>
      <p:sp>
        <p:nvSpPr>
          <p:cNvPr id="17" name="Text 14"/>
          <p:cNvSpPr/>
          <p:nvPr/>
        </p:nvSpPr>
        <p:spPr>
          <a:xfrm>
            <a:off x="6583680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720840" y="217627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wins,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team playbooks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65760" y="3456432"/>
            <a:ext cx="8412480" cy="137160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65760" y="3456432"/>
            <a:ext cx="164592" cy="13716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52044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43000" y="3456432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teams that win with AI aren't the ones with the fanciest tools.</a:t>
            </a:r>
            <a:endParaRPr lang="en-US" sz="1500" dirty="0"/>
          </a:p>
          <a:p>
            <a:pPr marL="0" indent="0" algn="l">
              <a:buNone/>
            </a:pPr>
            <a:r>
              <a:rPr lang="en-US" sz="1500" i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They're the ones who build habits.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45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0078D4">
                    <a:alpha val="5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&amp; Coming Soon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457200" y="3337560"/>
            <a:ext cx="41148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with Copilot + Cowork  |  10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with Copilot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960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AI editing directly within your documents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text, choose an action, Copilot rewrites in place.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18745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Rewrite for tone, length, or clarity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or condense any selection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grammar and polish language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Accept, reject, or refine suggestions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20640" y="914400"/>
            <a:ext cx="3657600" cy="3474720"/>
          </a:xfrm>
          <a:prstGeom prst="rect">
            <a:avLst/>
          </a:prstGeom>
          <a:solidFill>
            <a:srgbClr val="F3F2F1"/>
          </a:solidFill>
          <a:ln w="12700">
            <a:solidFill>
              <a:srgbClr val="F3F2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257800" y="1005840"/>
            <a:ext cx="3383280" cy="256032"/>
          </a:xfrm>
          <a:prstGeom prst="rect">
            <a:avLst/>
          </a:prstGeom>
          <a:solidFill>
            <a:srgbClr val="FDDED8"/>
          </a:solidFill>
          <a:ln w="12700">
            <a:solidFill>
              <a:srgbClr val="FD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257800" y="1005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257800" y="12984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thing about this project is that it has been going on for a while and there have been a lot of issues.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257800" y="2240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Copilot: Make this concise and professional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57800" y="2633472"/>
            <a:ext cx="3383280" cy="256032"/>
          </a:xfrm>
          <a:prstGeom prst="rect">
            <a:avLst/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257800" y="2633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84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257800" y="2926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project has experienced ongoing delays and significant challenges.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4343400"/>
            <a:ext cx="429768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5760" y="4343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Available now in Word, Outlook, Teams, and PowerPoint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Introducing Cowork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9326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AI-powered productivity assistant embedded directly in M365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572768"/>
            <a:ext cx="2468880" cy="1508760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312" y="1755648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5488" y="23500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Inbox triage and email drafting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017520" y="1572768"/>
            <a:ext cx="2468880" cy="1508760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5072" y="1755648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127248" y="23500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 management and scheduling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669280" y="1572768"/>
            <a:ext cx="2468880" cy="1508760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1755648"/>
            <a:ext cx="502920" cy="5029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779008" y="235000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Cross-app search and knowledge retrieval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1691640" y="3246120"/>
            <a:ext cx="2468880" cy="1508760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9192" y="3429000"/>
            <a:ext cx="502920" cy="5029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801368" y="402336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daily briefings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4343400" y="3246120"/>
            <a:ext cx="2468880" cy="1508760"/>
          </a:xfrm>
          <a:prstGeom prst="rect">
            <a:avLst/>
          </a:prstGeom>
          <a:solidFill>
            <a:srgbClr val="004578"/>
          </a:solidFill>
          <a:ln w="12700">
            <a:solidFill>
              <a:srgbClr val="00457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0952" y="3429000"/>
            <a:ext cx="502920" cy="5029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453128" y="402336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tasks that run automatically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4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Cowork doesn't just assist — it acts.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Coming Next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37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9326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Upcoming features on the M365 Copilot roadmap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417320"/>
            <a:ext cx="8412480" cy="822960"/>
          </a:xfrm>
          <a:prstGeom prst="rect">
            <a:avLst/>
          </a:prstGeom>
          <a:solidFill>
            <a:srgbClr val="F3F2F1"/>
          </a:solidFill>
          <a:ln w="635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1417320"/>
            <a:ext cx="118872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14173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SOON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16002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286000" y="14630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in Forms and Loop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286000" y="183794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form generation and collaborative Loop components powered by Copilot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2350008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65760" y="2350008"/>
            <a:ext cx="118872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65760" y="235000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SOON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253288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286000" y="239572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Voice-activated Copilot in Teams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286000" y="277063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 your prompts during live meetings — Copilot listens, summarizes, and acts in real time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65760" y="3282696"/>
            <a:ext cx="8412480" cy="822960"/>
          </a:xfrm>
          <a:prstGeom prst="rect">
            <a:avLst/>
          </a:prstGeom>
          <a:solidFill>
            <a:srgbClr val="F3F2F1"/>
          </a:solidFill>
          <a:ln w="635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365760" y="3282696"/>
            <a:ext cx="118872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365760" y="3282696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SOON</a:t>
            </a:r>
            <a:endParaRPr lang="en-US" sz="9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3465576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86000" y="332841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agents for automated workflows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2286000" y="370332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and deploy autonomous AI agents that handle multi-step processes without manual intervention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65760" y="4215384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2D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65760" y="4215384"/>
            <a:ext cx="118872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365760" y="4215384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SOON</a:t>
            </a:r>
            <a:endParaRPr lang="en-US" sz="9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" y="4398264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286000" y="426110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Deeper SharePoint &amp; OneDrive integration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2286000" y="463600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surfaces, organizes, and acts on content from across your entire document ecosystem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45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 &amp; Q&amp;A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943600" cy="749808"/>
          </a:xfrm>
          <a:prstGeom prst="rect">
            <a:avLst/>
          </a:prstGeom>
          <a:solidFill>
            <a:srgbClr val="0D2D4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640080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960120"/>
            <a:ext cx="5120640" cy="7498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great prompt = Goal + Context + Expectations + Source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56232"/>
            <a:ext cx="5943600" cy="749808"/>
          </a:xfrm>
          <a:prstGeom prst="rect">
            <a:avLst/>
          </a:prstGeom>
          <a:solidFill>
            <a:srgbClr val="0D2D4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640080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85623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1856232"/>
            <a:ext cx="5120640" cy="7498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one habit at a time — start with your inbox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52344"/>
            <a:ext cx="5943600" cy="749808"/>
          </a:xfrm>
          <a:prstGeom prst="rect">
            <a:avLst/>
          </a:prstGeom>
          <a:solidFill>
            <a:srgbClr val="0D2D4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640080" cy="7498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752344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752344"/>
            <a:ext cx="5120640" cy="7498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your best prompts — the whole team wins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0" y="960120"/>
            <a:ext cx="2331720" cy="2514600"/>
          </a:xfrm>
          <a:prstGeom prst="rect">
            <a:avLst/>
          </a:prstGeom>
          <a:solidFill>
            <a:srgbClr val="0D2D4F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960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1344168"/>
            <a:ext cx="2331720" cy="274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75120" y="1417320"/>
            <a:ext cx="2148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Lab
</a:t>
            </a:r>
            <a:r>
              <a:rPr lang="en-US" sz="1000" dirty="0">
                <a:solidFill>
                  <a:srgbClr val="7EC8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copilot.cloud.microsoft
</a:t>
            </a:r>
            <a:r>
              <a:rPr lang="en-US" sz="1100" b="1" dirty="0">
                <a:solidFill>
                  <a:srgbClr val="D2D0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Gallery
</a:t>
            </a:r>
            <a:r>
              <a:rPr lang="en-US" sz="1000" dirty="0">
                <a:solidFill>
                  <a:srgbClr val="7EC8E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aka.ms/CopilotPrompts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Thanks for joining! Questions?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John Rea  |  SR Cloud Solution Architect  |  March 24,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1675</Words>
  <Application>Microsoft Office PowerPoint</Application>
  <PresentationFormat>On-screen Show (16:9)</PresentationFormat>
  <Paragraphs>354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M365 Copilot: Tips, Tricks &amp; Real-World Demos</dc:title>
  <dc:subject>PptxGenJS Presentation</dc:subject>
  <dc:creator>John Rea</dc:creator>
  <cp:lastModifiedBy>John Rea</cp:lastModifiedBy>
  <cp:revision>2</cp:revision>
  <dcterms:created xsi:type="dcterms:W3CDTF">2026-03-23T21:18:16Z</dcterms:created>
  <dcterms:modified xsi:type="dcterms:W3CDTF">2026-03-23T22:05:50Z</dcterms:modified>
</cp:coreProperties>
</file>